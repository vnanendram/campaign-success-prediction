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96" r:id="rId5"/>
    <p:sldId id="261" r:id="rId6"/>
    <p:sldId id="300" r:id="rId7"/>
    <p:sldId id="298" r:id="rId8"/>
    <p:sldId id="307" r:id="rId9"/>
    <p:sldId id="265" r:id="rId10"/>
    <p:sldId id="285" r:id="rId11"/>
    <p:sldId id="306" r:id="rId12"/>
    <p:sldId id="302" r:id="rId13"/>
    <p:sldId id="303" r:id="rId14"/>
    <p:sldId id="304" r:id="rId15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567A"/>
    <a:srgbClr val="0D1D51"/>
    <a:srgbClr val="0072C7"/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03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4" Type="http://schemas.openxmlformats.org/officeDocument/2006/relationships/image" Target="../media/image1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Relationship Id="rId4" Type="http://schemas.openxmlformats.org/officeDocument/2006/relationships/image" Target="../media/image2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4" Type="http://schemas.openxmlformats.org/officeDocument/2006/relationships/image" Target="../media/image1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Relationship Id="rId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5E2400-FAD9-4B63-9DD5-84C71494DEC7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A5FBAFEF-9A69-4985-8267-400D9967A55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CH"/>
            <a:t>Encore Events: </a:t>
          </a:r>
          <a:endParaRPr lang="en-US"/>
        </a:p>
      </dgm:t>
    </dgm:pt>
    <dgm:pt modelId="{DD59B8EB-59D8-4144-96C0-24B675C1E57A}" type="parTrans" cxnId="{808B9277-B8B8-4004-89E8-1CBBF87395A9}">
      <dgm:prSet/>
      <dgm:spPr/>
      <dgm:t>
        <a:bodyPr/>
        <a:lstStyle/>
        <a:p>
          <a:endParaRPr lang="en-US"/>
        </a:p>
      </dgm:t>
    </dgm:pt>
    <dgm:pt modelId="{CAE7DE70-1CA0-428D-9E65-907CBA2177FC}" type="sibTrans" cxnId="{808B9277-B8B8-4004-89E8-1CBBF87395A9}">
      <dgm:prSet/>
      <dgm:spPr/>
      <dgm:t>
        <a:bodyPr/>
        <a:lstStyle/>
        <a:p>
          <a:endParaRPr lang="en-US"/>
        </a:p>
      </dgm:t>
    </dgm:pt>
    <dgm:pt modelId="{6124F1C9-35E0-4D72-8595-6AAB76DDA523}">
      <dgm:prSet/>
      <dgm:spPr/>
      <dgm:t>
        <a:bodyPr/>
        <a:lstStyle/>
        <a:p>
          <a:pPr>
            <a:lnSpc>
              <a:spcPct val="100000"/>
            </a:lnSpc>
          </a:pPr>
          <a:r>
            <a:rPr lang="de-CH"/>
            <a:t>Marketingkampagnen für Sport-, Kultur- &amp; Business-Events</a:t>
          </a:r>
          <a:endParaRPr lang="en-US"/>
        </a:p>
      </dgm:t>
    </dgm:pt>
    <dgm:pt modelId="{40F0BE5F-5650-4820-98B3-25C8F24CBB76}" type="parTrans" cxnId="{1CF3A621-7576-48D2-BD48-98C2D4595621}">
      <dgm:prSet/>
      <dgm:spPr/>
      <dgm:t>
        <a:bodyPr/>
        <a:lstStyle/>
        <a:p>
          <a:endParaRPr lang="en-US"/>
        </a:p>
      </dgm:t>
    </dgm:pt>
    <dgm:pt modelId="{7E7AA2C3-3904-4042-879D-ACA028879475}" type="sibTrans" cxnId="{1CF3A621-7576-48D2-BD48-98C2D4595621}">
      <dgm:prSet/>
      <dgm:spPr/>
      <dgm:t>
        <a:bodyPr/>
        <a:lstStyle/>
        <a:p>
          <a:endParaRPr lang="en-US"/>
        </a:p>
      </dgm:t>
    </dgm:pt>
    <dgm:pt modelId="{BC8CD721-47F6-44EB-B9EF-4C2A4AF77EE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CH"/>
            <a:t>Kanäle: </a:t>
          </a:r>
          <a:endParaRPr lang="en-US"/>
        </a:p>
      </dgm:t>
    </dgm:pt>
    <dgm:pt modelId="{0D202137-4CE4-4A64-BEC9-90C78DECCE66}" type="parTrans" cxnId="{A6396233-F5F1-4D1A-853F-B70C35A78374}">
      <dgm:prSet/>
      <dgm:spPr/>
      <dgm:t>
        <a:bodyPr/>
        <a:lstStyle/>
        <a:p>
          <a:endParaRPr lang="en-US"/>
        </a:p>
      </dgm:t>
    </dgm:pt>
    <dgm:pt modelId="{732D7B96-7DAF-42CF-AE3A-4EF15AF7C878}" type="sibTrans" cxnId="{A6396233-F5F1-4D1A-853F-B70C35A78374}">
      <dgm:prSet/>
      <dgm:spPr/>
      <dgm:t>
        <a:bodyPr/>
        <a:lstStyle/>
        <a:p>
          <a:endParaRPr lang="en-US"/>
        </a:p>
      </dgm:t>
    </dgm:pt>
    <dgm:pt modelId="{6A7728F2-D718-4FFA-92A0-85DF0E26C04E}">
      <dgm:prSet/>
      <dgm:spPr/>
      <dgm:t>
        <a:bodyPr/>
        <a:lstStyle/>
        <a:p>
          <a:pPr>
            <a:lnSpc>
              <a:spcPct val="100000"/>
            </a:lnSpc>
          </a:pPr>
          <a:r>
            <a:rPr lang="de-CH"/>
            <a:t>Google, Facebook, Instagram</a:t>
          </a:r>
          <a:endParaRPr lang="en-US"/>
        </a:p>
      </dgm:t>
    </dgm:pt>
    <dgm:pt modelId="{DA4DA5AC-7C66-4E00-97A0-11F3B55FC757}" type="parTrans" cxnId="{3B6D43C3-E925-4153-8B8D-98803090D575}">
      <dgm:prSet/>
      <dgm:spPr/>
      <dgm:t>
        <a:bodyPr/>
        <a:lstStyle/>
        <a:p>
          <a:endParaRPr lang="en-US"/>
        </a:p>
      </dgm:t>
    </dgm:pt>
    <dgm:pt modelId="{D22E5250-CB55-4160-9660-C7A51FF88263}" type="sibTrans" cxnId="{3B6D43C3-E925-4153-8B8D-98803090D575}">
      <dgm:prSet/>
      <dgm:spPr/>
      <dgm:t>
        <a:bodyPr/>
        <a:lstStyle/>
        <a:p>
          <a:endParaRPr lang="en-US"/>
        </a:p>
      </dgm:t>
    </dgm:pt>
    <dgm:pt modelId="{34AAECEB-BDBD-42AE-B224-9F2BEA262DA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CH"/>
            <a:t>Ziel: </a:t>
          </a:r>
          <a:endParaRPr lang="en-US"/>
        </a:p>
      </dgm:t>
    </dgm:pt>
    <dgm:pt modelId="{53056AEA-17D6-4FC4-A5B3-575EB08F1850}" type="parTrans" cxnId="{76439280-B0E5-448B-B2E8-4E2D1FAA6F8F}">
      <dgm:prSet/>
      <dgm:spPr/>
      <dgm:t>
        <a:bodyPr/>
        <a:lstStyle/>
        <a:p>
          <a:endParaRPr lang="en-US"/>
        </a:p>
      </dgm:t>
    </dgm:pt>
    <dgm:pt modelId="{928E5EE0-30FA-4D51-837D-000CBA177FB7}" type="sibTrans" cxnId="{76439280-B0E5-448B-B2E8-4E2D1FAA6F8F}">
      <dgm:prSet/>
      <dgm:spPr/>
      <dgm:t>
        <a:bodyPr/>
        <a:lstStyle/>
        <a:p>
          <a:endParaRPr lang="en-US"/>
        </a:p>
      </dgm:t>
    </dgm:pt>
    <dgm:pt modelId="{4C05F586-19B4-4398-8CB0-C11F615B9576}">
      <dgm:prSet/>
      <dgm:spPr/>
      <dgm:t>
        <a:bodyPr/>
        <a:lstStyle/>
        <a:p>
          <a:pPr>
            <a:lnSpc>
              <a:spcPct val="100000"/>
            </a:lnSpc>
          </a:pPr>
          <a:r>
            <a:rPr lang="de-CH"/>
            <a:t>möglichst viele Menschen erreichen.</a:t>
          </a:r>
          <a:endParaRPr lang="en-US"/>
        </a:p>
      </dgm:t>
    </dgm:pt>
    <dgm:pt modelId="{5668AF74-458C-4170-AE6B-64117DB61421}" type="parTrans" cxnId="{76B6F4F1-1954-4CA5-8513-77C52D4BAA5A}">
      <dgm:prSet/>
      <dgm:spPr/>
      <dgm:t>
        <a:bodyPr/>
        <a:lstStyle/>
        <a:p>
          <a:endParaRPr lang="en-US"/>
        </a:p>
      </dgm:t>
    </dgm:pt>
    <dgm:pt modelId="{E4C529CD-E14D-4ACF-A65C-DD866BD9C1A2}" type="sibTrans" cxnId="{76B6F4F1-1954-4CA5-8513-77C52D4BAA5A}">
      <dgm:prSet/>
      <dgm:spPr/>
      <dgm:t>
        <a:bodyPr/>
        <a:lstStyle/>
        <a:p>
          <a:endParaRPr lang="en-US"/>
        </a:p>
      </dgm:t>
    </dgm:pt>
    <dgm:pt modelId="{233AB02D-AA0F-43A8-8BFA-C16CC3979B9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CH"/>
            <a:t>Problem: </a:t>
          </a:r>
          <a:endParaRPr lang="en-US"/>
        </a:p>
      </dgm:t>
    </dgm:pt>
    <dgm:pt modelId="{A10DAEE7-7F28-460B-84A1-8224B063F4A2}" type="parTrans" cxnId="{10DF2ED0-7090-48BA-A536-780116D46FFC}">
      <dgm:prSet/>
      <dgm:spPr/>
      <dgm:t>
        <a:bodyPr/>
        <a:lstStyle/>
        <a:p>
          <a:endParaRPr lang="en-US"/>
        </a:p>
      </dgm:t>
    </dgm:pt>
    <dgm:pt modelId="{AE371E46-7AB4-4950-865D-65B2D4EA8238}" type="sibTrans" cxnId="{10DF2ED0-7090-48BA-A536-780116D46FFC}">
      <dgm:prSet/>
      <dgm:spPr/>
      <dgm:t>
        <a:bodyPr/>
        <a:lstStyle/>
        <a:p>
          <a:endParaRPr lang="en-US"/>
        </a:p>
      </dgm:t>
    </dgm:pt>
    <dgm:pt modelId="{DEABC0B5-1906-40BF-9279-F5FAD57B982B}">
      <dgm:prSet/>
      <dgm:spPr/>
      <dgm:t>
        <a:bodyPr/>
        <a:lstStyle/>
        <a:p>
          <a:pPr>
            <a:lnSpc>
              <a:spcPct val="100000"/>
            </a:lnSpc>
          </a:pPr>
          <a:r>
            <a:rPr lang="de-CH"/>
            <a:t>Nicht jede Kampagne läuft wie geplant </a:t>
          </a:r>
          <a:endParaRPr lang="en-US"/>
        </a:p>
      </dgm:t>
    </dgm:pt>
    <dgm:pt modelId="{3D87EFC0-59EB-4650-9B5A-2F18B8D11748}" type="parTrans" cxnId="{D026FFB7-EA4A-4C57-A1E9-9F07D6D87CCA}">
      <dgm:prSet/>
      <dgm:spPr/>
      <dgm:t>
        <a:bodyPr/>
        <a:lstStyle/>
        <a:p>
          <a:endParaRPr lang="en-US"/>
        </a:p>
      </dgm:t>
    </dgm:pt>
    <dgm:pt modelId="{028C03DF-02F9-42D0-BD76-D2A05E5EBB43}" type="sibTrans" cxnId="{D026FFB7-EA4A-4C57-A1E9-9F07D6D87CCA}">
      <dgm:prSet/>
      <dgm:spPr/>
      <dgm:t>
        <a:bodyPr/>
        <a:lstStyle/>
        <a:p>
          <a:endParaRPr lang="en-US"/>
        </a:p>
      </dgm:t>
    </dgm:pt>
    <dgm:pt modelId="{7156E659-5AC2-4DF7-B2DB-D188FDE84E50}" type="pres">
      <dgm:prSet presAssocID="{805E2400-FAD9-4B63-9DD5-84C71494DEC7}" presName="root" presStyleCnt="0">
        <dgm:presLayoutVars>
          <dgm:dir/>
          <dgm:resizeHandles val="exact"/>
        </dgm:presLayoutVars>
      </dgm:prSet>
      <dgm:spPr/>
    </dgm:pt>
    <dgm:pt modelId="{2C14EAFD-9341-414B-96F5-FF27154A9C67}" type="pres">
      <dgm:prSet presAssocID="{A5FBAFEF-9A69-4985-8267-400D9967A55D}" presName="compNode" presStyleCnt="0"/>
      <dgm:spPr/>
    </dgm:pt>
    <dgm:pt modelId="{1E2E2F4D-478B-43F3-8BAC-9D8867D8B940}" type="pres">
      <dgm:prSet presAssocID="{A5FBAFEF-9A69-4985-8267-400D9967A55D}" presName="iconRect" presStyleLbl="node1" presStyleIdx="0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rn Silhouette"/>
        </a:ext>
      </dgm:extLst>
    </dgm:pt>
    <dgm:pt modelId="{34BFFE23-BD16-45FA-B17B-B1E84359A1E2}" type="pres">
      <dgm:prSet presAssocID="{A5FBAFEF-9A69-4985-8267-400D9967A55D}" presName="iconSpace" presStyleCnt="0"/>
      <dgm:spPr/>
    </dgm:pt>
    <dgm:pt modelId="{9196E6EE-F6FD-42E9-A2D0-9D9E66481122}" type="pres">
      <dgm:prSet presAssocID="{A5FBAFEF-9A69-4985-8267-400D9967A55D}" presName="parTx" presStyleLbl="revTx" presStyleIdx="0" presStyleCnt="8">
        <dgm:presLayoutVars>
          <dgm:chMax val="0"/>
          <dgm:chPref val="0"/>
        </dgm:presLayoutVars>
      </dgm:prSet>
      <dgm:spPr/>
    </dgm:pt>
    <dgm:pt modelId="{BB309076-06BE-4E7E-8121-205E77200345}" type="pres">
      <dgm:prSet presAssocID="{A5FBAFEF-9A69-4985-8267-400D9967A55D}" presName="txSpace" presStyleCnt="0"/>
      <dgm:spPr/>
    </dgm:pt>
    <dgm:pt modelId="{A44B9D7E-3DDB-4C86-B89E-31B6059C333A}" type="pres">
      <dgm:prSet presAssocID="{A5FBAFEF-9A69-4985-8267-400D9967A55D}" presName="desTx" presStyleLbl="revTx" presStyleIdx="1" presStyleCnt="8">
        <dgm:presLayoutVars/>
      </dgm:prSet>
      <dgm:spPr/>
    </dgm:pt>
    <dgm:pt modelId="{0A8429D8-B2F0-4659-A140-E04626717F15}" type="pres">
      <dgm:prSet presAssocID="{CAE7DE70-1CA0-428D-9E65-907CBA2177FC}" presName="sibTrans" presStyleCnt="0"/>
      <dgm:spPr/>
    </dgm:pt>
    <dgm:pt modelId="{10308E5B-1E44-446C-B36A-F4D4508D7EF7}" type="pres">
      <dgm:prSet presAssocID="{BC8CD721-47F6-44EB-B9EF-4C2A4AF77EE4}" presName="compNode" presStyleCnt="0"/>
      <dgm:spPr/>
    </dgm:pt>
    <dgm:pt modelId="{E0B46E24-8270-4FD5-97BB-E823FD7BCB3A}" type="pres">
      <dgm:prSet presAssocID="{BC8CD721-47F6-44EB-B9EF-4C2A4AF77EE4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ernsehen"/>
        </a:ext>
      </dgm:extLst>
    </dgm:pt>
    <dgm:pt modelId="{3647E766-E514-4D15-8593-3268E7F72E90}" type="pres">
      <dgm:prSet presAssocID="{BC8CD721-47F6-44EB-B9EF-4C2A4AF77EE4}" presName="iconSpace" presStyleCnt="0"/>
      <dgm:spPr/>
    </dgm:pt>
    <dgm:pt modelId="{5934C7A9-C250-447C-8C6A-DCAF852C50DF}" type="pres">
      <dgm:prSet presAssocID="{BC8CD721-47F6-44EB-B9EF-4C2A4AF77EE4}" presName="parTx" presStyleLbl="revTx" presStyleIdx="2" presStyleCnt="8">
        <dgm:presLayoutVars>
          <dgm:chMax val="0"/>
          <dgm:chPref val="0"/>
        </dgm:presLayoutVars>
      </dgm:prSet>
      <dgm:spPr/>
    </dgm:pt>
    <dgm:pt modelId="{5BDC0568-D3C6-4F74-8EC1-5C0DFBA95B82}" type="pres">
      <dgm:prSet presAssocID="{BC8CD721-47F6-44EB-B9EF-4C2A4AF77EE4}" presName="txSpace" presStyleCnt="0"/>
      <dgm:spPr/>
    </dgm:pt>
    <dgm:pt modelId="{53438BAE-8D14-4B6A-90A0-50C474F76390}" type="pres">
      <dgm:prSet presAssocID="{BC8CD721-47F6-44EB-B9EF-4C2A4AF77EE4}" presName="desTx" presStyleLbl="revTx" presStyleIdx="3" presStyleCnt="8">
        <dgm:presLayoutVars/>
      </dgm:prSet>
      <dgm:spPr/>
    </dgm:pt>
    <dgm:pt modelId="{7E6C224E-B524-41E9-A692-C75DA2A69C86}" type="pres">
      <dgm:prSet presAssocID="{732D7B96-7DAF-42CF-AE3A-4EF15AF7C878}" presName="sibTrans" presStyleCnt="0"/>
      <dgm:spPr/>
    </dgm:pt>
    <dgm:pt modelId="{360F7EEE-447E-489D-904C-4291D6B9C5EF}" type="pres">
      <dgm:prSet presAssocID="{34AAECEB-BDBD-42AE-B224-9F2BEA262DA3}" presName="compNode" presStyleCnt="0"/>
      <dgm:spPr/>
    </dgm:pt>
    <dgm:pt modelId="{E0E7B46B-2B86-4C10-B9F1-39D0588FA22C}" type="pres">
      <dgm:prSet presAssocID="{34AAECEB-BDBD-42AE-B224-9F2BEA262DA3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olltreffer"/>
        </a:ext>
      </dgm:extLst>
    </dgm:pt>
    <dgm:pt modelId="{F5B4C533-439D-4BD3-954D-BB6C11909B30}" type="pres">
      <dgm:prSet presAssocID="{34AAECEB-BDBD-42AE-B224-9F2BEA262DA3}" presName="iconSpace" presStyleCnt="0"/>
      <dgm:spPr/>
    </dgm:pt>
    <dgm:pt modelId="{1E1A1923-252F-4F16-A1C4-040A8D69BE74}" type="pres">
      <dgm:prSet presAssocID="{34AAECEB-BDBD-42AE-B224-9F2BEA262DA3}" presName="parTx" presStyleLbl="revTx" presStyleIdx="4" presStyleCnt="8">
        <dgm:presLayoutVars>
          <dgm:chMax val="0"/>
          <dgm:chPref val="0"/>
        </dgm:presLayoutVars>
      </dgm:prSet>
      <dgm:spPr/>
    </dgm:pt>
    <dgm:pt modelId="{700067BB-339C-41A5-A351-964B55FE0F7D}" type="pres">
      <dgm:prSet presAssocID="{34AAECEB-BDBD-42AE-B224-9F2BEA262DA3}" presName="txSpace" presStyleCnt="0"/>
      <dgm:spPr/>
    </dgm:pt>
    <dgm:pt modelId="{20E5D94E-8580-47D4-AEDE-9AF9ADD974E7}" type="pres">
      <dgm:prSet presAssocID="{34AAECEB-BDBD-42AE-B224-9F2BEA262DA3}" presName="desTx" presStyleLbl="revTx" presStyleIdx="5" presStyleCnt="8">
        <dgm:presLayoutVars/>
      </dgm:prSet>
      <dgm:spPr/>
    </dgm:pt>
    <dgm:pt modelId="{B537FF02-E77F-401A-8A7A-C1D012881BAA}" type="pres">
      <dgm:prSet presAssocID="{928E5EE0-30FA-4D51-837D-000CBA177FB7}" presName="sibTrans" presStyleCnt="0"/>
      <dgm:spPr/>
    </dgm:pt>
    <dgm:pt modelId="{5D9E2CEB-1097-4FD4-A167-9A14D8A4F0E9}" type="pres">
      <dgm:prSet presAssocID="{233AB02D-AA0F-43A8-8BFA-C16CC3979B9C}" presName="compNode" presStyleCnt="0"/>
      <dgm:spPr/>
    </dgm:pt>
    <dgm:pt modelId="{072E25DA-86FC-4582-8677-78A7AE125517}" type="pres">
      <dgm:prSet presAssocID="{233AB02D-AA0F-43A8-8BFA-C16CC3979B9C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16BC744A-7365-419F-A4D6-281BE48821BA}" type="pres">
      <dgm:prSet presAssocID="{233AB02D-AA0F-43A8-8BFA-C16CC3979B9C}" presName="iconSpace" presStyleCnt="0"/>
      <dgm:spPr/>
    </dgm:pt>
    <dgm:pt modelId="{88D0847C-B8D8-4B46-AD5C-1414B3EAB3B6}" type="pres">
      <dgm:prSet presAssocID="{233AB02D-AA0F-43A8-8BFA-C16CC3979B9C}" presName="parTx" presStyleLbl="revTx" presStyleIdx="6" presStyleCnt="8">
        <dgm:presLayoutVars>
          <dgm:chMax val="0"/>
          <dgm:chPref val="0"/>
        </dgm:presLayoutVars>
      </dgm:prSet>
      <dgm:spPr/>
    </dgm:pt>
    <dgm:pt modelId="{673A176E-0603-4A52-8BB6-C1D055BFBC9E}" type="pres">
      <dgm:prSet presAssocID="{233AB02D-AA0F-43A8-8BFA-C16CC3979B9C}" presName="txSpace" presStyleCnt="0"/>
      <dgm:spPr/>
    </dgm:pt>
    <dgm:pt modelId="{6FEC75B2-7D87-4EE8-9BFC-7544CCA131DC}" type="pres">
      <dgm:prSet presAssocID="{233AB02D-AA0F-43A8-8BFA-C16CC3979B9C}" presName="desTx" presStyleLbl="revTx" presStyleIdx="7" presStyleCnt="8">
        <dgm:presLayoutVars/>
      </dgm:prSet>
      <dgm:spPr/>
    </dgm:pt>
  </dgm:ptLst>
  <dgm:cxnLst>
    <dgm:cxn modelId="{2F732720-0361-4E95-AA15-AA39AF73333D}" type="presOf" srcId="{A5FBAFEF-9A69-4985-8267-400D9967A55D}" destId="{9196E6EE-F6FD-42E9-A2D0-9D9E66481122}" srcOrd="0" destOrd="0" presId="urn:microsoft.com/office/officeart/2018/2/layout/IconLabelDescriptionList"/>
    <dgm:cxn modelId="{1CF3A621-7576-48D2-BD48-98C2D4595621}" srcId="{A5FBAFEF-9A69-4985-8267-400D9967A55D}" destId="{6124F1C9-35E0-4D72-8595-6AAB76DDA523}" srcOrd="0" destOrd="0" parTransId="{40F0BE5F-5650-4820-98B3-25C8F24CBB76}" sibTransId="{7E7AA2C3-3904-4042-879D-ACA028879475}"/>
    <dgm:cxn modelId="{569E5F27-73CA-4BE0-AD23-0B49C61BCED6}" type="presOf" srcId="{6A7728F2-D718-4FFA-92A0-85DF0E26C04E}" destId="{53438BAE-8D14-4B6A-90A0-50C474F76390}" srcOrd="0" destOrd="0" presId="urn:microsoft.com/office/officeart/2018/2/layout/IconLabelDescriptionList"/>
    <dgm:cxn modelId="{39C82C2D-7051-4349-80C8-CF9CE0CAC1A4}" type="presOf" srcId="{805E2400-FAD9-4B63-9DD5-84C71494DEC7}" destId="{7156E659-5AC2-4DF7-B2DB-D188FDE84E50}" srcOrd="0" destOrd="0" presId="urn:microsoft.com/office/officeart/2018/2/layout/IconLabelDescriptionList"/>
    <dgm:cxn modelId="{A6396233-F5F1-4D1A-853F-B70C35A78374}" srcId="{805E2400-FAD9-4B63-9DD5-84C71494DEC7}" destId="{BC8CD721-47F6-44EB-B9EF-4C2A4AF77EE4}" srcOrd="1" destOrd="0" parTransId="{0D202137-4CE4-4A64-BEC9-90C78DECCE66}" sibTransId="{732D7B96-7DAF-42CF-AE3A-4EF15AF7C878}"/>
    <dgm:cxn modelId="{1C278071-D271-401A-BECE-37BDA01A0240}" type="presOf" srcId="{4C05F586-19B4-4398-8CB0-C11F615B9576}" destId="{20E5D94E-8580-47D4-AEDE-9AF9ADD974E7}" srcOrd="0" destOrd="0" presId="urn:microsoft.com/office/officeart/2018/2/layout/IconLabelDescriptionList"/>
    <dgm:cxn modelId="{808B9277-B8B8-4004-89E8-1CBBF87395A9}" srcId="{805E2400-FAD9-4B63-9DD5-84C71494DEC7}" destId="{A5FBAFEF-9A69-4985-8267-400D9967A55D}" srcOrd="0" destOrd="0" parTransId="{DD59B8EB-59D8-4144-96C0-24B675C1E57A}" sibTransId="{CAE7DE70-1CA0-428D-9E65-907CBA2177FC}"/>
    <dgm:cxn modelId="{76439280-B0E5-448B-B2E8-4E2D1FAA6F8F}" srcId="{805E2400-FAD9-4B63-9DD5-84C71494DEC7}" destId="{34AAECEB-BDBD-42AE-B224-9F2BEA262DA3}" srcOrd="2" destOrd="0" parTransId="{53056AEA-17D6-4FC4-A5B3-575EB08F1850}" sibTransId="{928E5EE0-30FA-4D51-837D-000CBA177FB7}"/>
    <dgm:cxn modelId="{E1C04DA4-40F2-440C-82B6-680E6C516D47}" type="presOf" srcId="{BC8CD721-47F6-44EB-B9EF-4C2A4AF77EE4}" destId="{5934C7A9-C250-447C-8C6A-DCAF852C50DF}" srcOrd="0" destOrd="0" presId="urn:microsoft.com/office/officeart/2018/2/layout/IconLabelDescriptionList"/>
    <dgm:cxn modelId="{D407D2AA-9A92-4ABF-BDA6-0CD6751073F4}" type="presOf" srcId="{233AB02D-AA0F-43A8-8BFA-C16CC3979B9C}" destId="{88D0847C-B8D8-4B46-AD5C-1414B3EAB3B6}" srcOrd="0" destOrd="0" presId="urn:microsoft.com/office/officeart/2018/2/layout/IconLabelDescriptionList"/>
    <dgm:cxn modelId="{99DFF0AB-CDD0-4ABF-A49A-7EEBB57EC399}" type="presOf" srcId="{6124F1C9-35E0-4D72-8595-6AAB76DDA523}" destId="{A44B9D7E-3DDB-4C86-B89E-31B6059C333A}" srcOrd="0" destOrd="0" presId="urn:microsoft.com/office/officeart/2018/2/layout/IconLabelDescriptionList"/>
    <dgm:cxn modelId="{D026FFB7-EA4A-4C57-A1E9-9F07D6D87CCA}" srcId="{233AB02D-AA0F-43A8-8BFA-C16CC3979B9C}" destId="{DEABC0B5-1906-40BF-9279-F5FAD57B982B}" srcOrd="0" destOrd="0" parTransId="{3D87EFC0-59EB-4650-9B5A-2F18B8D11748}" sibTransId="{028C03DF-02F9-42D0-BD76-D2A05E5EBB43}"/>
    <dgm:cxn modelId="{A66115BC-EC3F-40A4-8944-CBA13467B8B7}" type="presOf" srcId="{34AAECEB-BDBD-42AE-B224-9F2BEA262DA3}" destId="{1E1A1923-252F-4F16-A1C4-040A8D69BE74}" srcOrd="0" destOrd="0" presId="urn:microsoft.com/office/officeart/2018/2/layout/IconLabelDescriptionList"/>
    <dgm:cxn modelId="{3B6D43C3-E925-4153-8B8D-98803090D575}" srcId="{BC8CD721-47F6-44EB-B9EF-4C2A4AF77EE4}" destId="{6A7728F2-D718-4FFA-92A0-85DF0E26C04E}" srcOrd="0" destOrd="0" parTransId="{DA4DA5AC-7C66-4E00-97A0-11F3B55FC757}" sibTransId="{D22E5250-CB55-4160-9660-C7A51FF88263}"/>
    <dgm:cxn modelId="{10DF2ED0-7090-48BA-A536-780116D46FFC}" srcId="{805E2400-FAD9-4B63-9DD5-84C71494DEC7}" destId="{233AB02D-AA0F-43A8-8BFA-C16CC3979B9C}" srcOrd="3" destOrd="0" parTransId="{A10DAEE7-7F28-460B-84A1-8224B063F4A2}" sibTransId="{AE371E46-7AB4-4950-865D-65B2D4EA8238}"/>
    <dgm:cxn modelId="{CDC54BE9-3A5C-497D-B0EC-01B73D0F02D3}" type="presOf" srcId="{DEABC0B5-1906-40BF-9279-F5FAD57B982B}" destId="{6FEC75B2-7D87-4EE8-9BFC-7544CCA131DC}" srcOrd="0" destOrd="0" presId="urn:microsoft.com/office/officeart/2018/2/layout/IconLabelDescriptionList"/>
    <dgm:cxn modelId="{76B6F4F1-1954-4CA5-8513-77C52D4BAA5A}" srcId="{34AAECEB-BDBD-42AE-B224-9F2BEA262DA3}" destId="{4C05F586-19B4-4398-8CB0-C11F615B9576}" srcOrd="0" destOrd="0" parTransId="{5668AF74-458C-4170-AE6B-64117DB61421}" sibTransId="{E4C529CD-E14D-4ACF-A65C-DD866BD9C1A2}"/>
    <dgm:cxn modelId="{CDAC11D6-10B8-43C9-B689-49C215FDB5A1}" type="presParOf" srcId="{7156E659-5AC2-4DF7-B2DB-D188FDE84E50}" destId="{2C14EAFD-9341-414B-96F5-FF27154A9C67}" srcOrd="0" destOrd="0" presId="urn:microsoft.com/office/officeart/2018/2/layout/IconLabelDescriptionList"/>
    <dgm:cxn modelId="{727EA9B9-604F-4520-B5D4-A3AA57FE7A72}" type="presParOf" srcId="{2C14EAFD-9341-414B-96F5-FF27154A9C67}" destId="{1E2E2F4D-478B-43F3-8BAC-9D8867D8B940}" srcOrd="0" destOrd="0" presId="urn:microsoft.com/office/officeart/2018/2/layout/IconLabelDescriptionList"/>
    <dgm:cxn modelId="{EBF1914D-4111-4589-AC6F-E0ACFD684A64}" type="presParOf" srcId="{2C14EAFD-9341-414B-96F5-FF27154A9C67}" destId="{34BFFE23-BD16-45FA-B17B-B1E84359A1E2}" srcOrd="1" destOrd="0" presId="urn:microsoft.com/office/officeart/2018/2/layout/IconLabelDescriptionList"/>
    <dgm:cxn modelId="{DDDDA284-D2D3-41AC-81E7-8D36938A512B}" type="presParOf" srcId="{2C14EAFD-9341-414B-96F5-FF27154A9C67}" destId="{9196E6EE-F6FD-42E9-A2D0-9D9E66481122}" srcOrd="2" destOrd="0" presId="urn:microsoft.com/office/officeart/2018/2/layout/IconLabelDescriptionList"/>
    <dgm:cxn modelId="{2659B9E1-E8C5-48EE-AB19-E33E6D4D525B}" type="presParOf" srcId="{2C14EAFD-9341-414B-96F5-FF27154A9C67}" destId="{BB309076-06BE-4E7E-8121-205E77200345}" srcOrd="3" destOrd="0" presId="urn:microsoft.com/office/officeart/2018/2/layout/IconLabelDescriptionList"/>
    <dgm:cxn modelId="{1A59C50B-3AED-4784-8331-640AD32A0733}" type="presParOf" srcId="{2C14EAFD-9341-414B-96F5-FF27154A9C67}" destId="{A44B9D7E-3DDB-4C86-B89E-31B6059C333A}" srcOrd="4" destOrd="0" presId="urn:microsoft.com/office/officeart/2018/2/layout/IconLabelDescriptionList"/>
    <dgm:cxn modelId="{3B61963F-0B94-4CA7-A4BE-5BA2AB37164E}" type="presParOf" srcId="{7156E659-5AC2-4DF7-B2DB-D188FDE84E50}" destId="{0A8429D8-B2F0-4659-A140-E04626717F15}" srcOrd="1" destOrd="0" presId="urn:microsoft.com/office/officeart/2018/2/layout/IconLabelDescriptionList"/>
    <dgm:cxn modelId="{CE190BD6-E47F-4E0A-84CB-5A35DB93EC8D}" type="presParOf" srcId="{7156E659-5AC2-4DF7-B2DB-D188FDE84E50}" destId="{10308E5B-1E44-446C-B36A-F4D4508D7EF7}" srcOrd="2" destOrd="0" presId="urn:microsoft.com/office/officeart/2018/2/layout/IconLabelDescriptionList"/>
    <dgm:cxn modelId="{CC94DD1D-33B2-47D1-915F-6543B33E6EE9}" type="presParOf" srcId="{10308E5B-1E44-446C-B36A-F4D4508D7EF7}" destId="{E0B46E24-8270-4FD5-97BB-E823FD7BCB3A}" srcOrd="0" destOrd="0" presId="urn:microsoft.com/office/officeart/2018/2/layout/IconLabelDescriptionList"/>
    <dgm:cxn modelId="{B6D01F1F-70B5-4329-AD6B-413C96AE882D}" type="presParOf" srcId="{10308E5B-1E44-446C-B36A-F4D4508D7EF7}" destId="{3647E766-E514-4D15-8593-3268E7F72E90}" srcOrd="1" destOrd="0" presId="urn:microsoft.com/office/officeart/2018/2/layout/IconLabelDescriptionList"/>
    <dgm:cxn modelId="{525E1589-AC95-48B7-947C-C3F76FCC3C98}" type="presParOf" srcId="{10308E5B-1E44-446C-B36A-F4D4508D7EF7}" destId="{5934C7A9-C250-447C-8C6A-DCAF852C50DF}" srcOrd="2" destOrd="0" presId="urn:microsoft.com/office/officeart/2018/2/layout/IconLabelDescriptionList"/>
    <dgm:cxn modelId="{73670D64-1C71-4553-9CCE-9952CB2D9567}" type="presParOf" srcId="{10308E5B-1E44-446C-B36A-F4D4508D7EF7}" destId="{5BDC0568-D3C6-4F74-8EC1-5C0DFBA95B82}" srcOrd="3" destOrd="0" presId="urn:microsoft.com/office/officeart/2018/2/layout/IconLabelDescriptionList"/>
    <dgm:cxn modelId="{7E69BD0A-7160-46AA-ACA2-085E0E91C355}" type="presParOf" srcId="{10308E5B-1E44-446C-B36A-F4D4508D7EF7}" destId="{53438BAE-8D14-4B6A-90A0-50C474F76390}" srcOrd="4" destOrd="0" presId="urn:microsoft.com/office/officeart/2018/2/layout/IconLabelDescriptionList"/>
    <dgm:cxn modelId="{86BDDECC-3152-451D-A968-32550695B0A2}" type="presParOf" srcId="{7156E659-5AC2-4DF7-B2DB-D188FDE84E50}" destId="{7E6C224E-B524-41E9-A692-C75DA2A69C86}" srcOrd="3" destOrd="0" presId="urn:microsoft.com/office/officeart/2018/2/layout/IconLabelDescriptionList"/>
    <dgm:cxn modelId="{2B73BEE5-1F59-480F-ADC4-9B047B053DC5}" type="presParOf" srcId="{7156E659-5AC2-4DF7-B2DB-D188FDE84E50}" destId="{360F7EEE-447E-489D-904C-4291D6B9C5EF}" srcOrd="4" destOrd="0" presId="urn:microsoft.com/office/officeart/2018/2/layout/IconLabelDescriptionList"/>
    <dgm:cxn modelId="{EE0E5A51-9FCF-4A57-8C9C-39EE9584CAAC}" type="presParOf" srcId="{360F7EEE-447E-489D-904C-4291D6B9C5EF}" destId="{E0E7B46B-2B86-4C10-B9F1-39D0588FA22C}" srcOrd="0" destOrd="0" presId="urn:microsoft.com/office/officeart/2018/2/layout/IconLabelDescriptionList"/>
    <dgm:cxn modelId="{4B34CFF7-DFD2-42F6-8B69-54A80DE7F80F}" type="presParOf" srcId="{360F7EEE-447E-489D-904C-4291D6B9C5EF}" destId="{F5B4C533-439D-4BD3-954D-BB6C11909B30}" srcOrd="1" destOrd="0" presId="urn:microsoft.com/office/officeart/2018/2/layout/IconLabelDescriptionList"/>
    <dgm:cxn modelId="{45CFA152-FD5B-49AD-B7A0-0F44F8D1A65A}" type="presParOf" srcId="{360F7EEE-447E-489D-904C-4291D6B9C5EF}" destId="{1E1A1923-252F-4F16-A1C4-040A8D69BE74}" srcOrd="2" destOrd="0" presId="urn:microsoft.com/office/officeart/2018/2/layout/IconLabelDescriptionList"/>
    <dgm:cxn modelId="{D8E370DC-6B99-43EB-85FF-E68F4A17847E}" type="presParOf" srcId="{360F7EEE-447E-489D-904C-4291D6B9C5EF}" destId="{700067BB-339C-41A5-A351-964B55FE0F7D}" srcOrd="3" destOrd="0" presId="urn:microsoft.com/office/officeart/2018/2/layout/IconLabelDescriptionList"/>
    <dgm:cxn modelId="{DD14D6F2-7DE7-46D4-94BD-11B8819CEA92}" type="presParOf" srcId="{360F7EEE-447E-489D-904C-4291D6B9C5EF}" destId="{20E5D94E-8580-47D4-AEDE-9AF9ADD974E7}" srcOrd="4" destOrd="0" presId="urn:microsoft.com/office/officeart/2018/2/layout/IconLabelDescriptionList"/>
    <dgm:cxn modelId="{86B6C45E-DCD4-4DF6-970B-F5D4F5D32575}" type="presParOf" srcId="{7156E659-5AC2-4DF7-B2DB-D188FDE84E50}" destId="{B537FF02-E77F-401A-8A7A-C1D012881BAA}" srcOrd="5" destOrd="0" presId="urn:microsoft.com/office/officeart/2018/2/layout/IconLabelDescriptionList"/>
    <dgm:cxn modelId="{823ADE19-8E27-4E09-9F91-4A68413DAD2E}" type="presParOf" srcId="{7156E659-5AC2-4DF7-B2DB-D188FDE84E50}" destId="{5D9E2CEB-1097-4FD4-A167-9A14D8A4F0E9}" srcOrd="6" destOrd="0" presId="urn:microsoft.com/office/officeart/2018/2/layout/IconLabelDescriptionList"/>
    <dgm:cxn modelId="{F10807C9-1DE5-4DFF-9117-C87824C4E568}" type="presParOf" srcId="{5D9E2CEB-1097-4FD4-A167-9A14D8A4F0E9}" destId="{072E25DA-86FC-4582-8677-78A7AE125517}" srcOrd="0" destOrd="0" presId="urn:microsoft.com/office/officeart/2018/2/layout/IconLabelDescriptionList"/>
    <dgm:cxn modelId="{954FF235-61D2-494E-A690-DB56BD01DDBF}" type="presParOf" srcId="{5D9E2CEB-1097-4FD4-A167-9A14D8A4F0E9}" destId="{16BC744A-7365-419F-A4D6-281BE48821BA}" srcOrd="1" destOrd="0" presId="urn:microsoft.com/office/officeart/2018/2/layout/IconLabelDescriptionList"/>
    <dgm:cxn modelId="{0486FBD3-226B-4F7C-8CE6-DE21D11B3717}" type="presParOf" srcId="{5D9E2CEB-1097-4FD4-A167-9A14D8A4F0E9}" destId="{88D0847C-B8D8-4B46-AD5C-1414B3EAB3B6}" srcOrd="2" destOrd="0" presId="urn:microsoft.com/office/officeart/2018/2/layout/IconLabelDescriptionList"/>
    <dgm:cxn modelId="{117B49E6-41A6-49BE-98B9-5F434F3C0D74}" type="presParOf" srcId="{5D9E2CEB-1097-4FD4-A167-9A14D8A4F0E9}" destId="{673A176E-0603-4A52-8BB6-C1D055BFBC9E}" srcOrd="3" destOrd="0" presId="urn:microsoft.com/office/officeart/2018/2/layout/IconLabelDescriptionList"/>
    <dgm:cxn modelId="{7999C648-D1CF-43AA-BDBF-912CD76EC76A}" type="presParOf" srcId="{5D9E2CEB-1097-4FD4-A167-9A14D8A4F0E9}" destId="{6FEC75B2-7D87-4EE8-9BFC-7544CCA131DC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2F893C7-B5A6-42AA-B62C-CF1C9B09EDA8}" type="doc">
      <dgm:prSet loTypeId="urn:microsoft.com/office/officeart/2005/8/layout/process4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148FF50-595B-433E-89EC-57A64DC75F91}">
      <dgm:prSet/>
      <dgm:spPr/>
      <dgm:t>
        <a:bodyPr/>
        <a:lstStyle/>
        <a:p>
          <a:r>
            <a:rPr lang="de-DE" b="0" i="1"/>
            <a:t>Lösung:</a:t>
          </a:r>
          <a:r>
            <a:rPr lang="de-DE" b="0" i="0"/>
            <a:t> </a:t>
          </a:r>
          <a:endParaRPr lang="en-US"/>
        </a:p>
      </dgm:t>
    </dgm:pt>
    <dgm:pt modelId="{861585E8-670F-46CD-9B84-3DD3F19BFAAB}" type="parTrans" cxnId="{DC0212D9-A089-4218-8181-DAB7DD5AF4E6}">
      <dgm:prSet/>
      <dgm:spPr/>
      <dgm:t>
        <a:bodyPr/>
        <a:lstStyle/>
        <a:p>
          <a:endParaRPr lang="en-US"/>
        </a:p>
      </dgm:t>
    </dgm:pt>
    <dgm:pt modelId="{9048DD41-89A2-4C31-9DF4-8DFE6E48F4C3}" type="sibTrans" cxnId="{DC0212D9-A089-4218-8181-DAB7DD5AF4E6}">
      <dgm:prSet/>
      <dgm:spPr/>
      <dgm:t>
        <a:bodyPr/>
        <a:lstStyle/>
        <a:p>
          <a:endParaRPr lang="en-US"/>
        </a:p>
      </dgm:t>
    </dgm:pt>
    <dgm:pt modelId="{1904ADF1-D863-44E5-80AD-2555B8CCD017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b="0" i="0"/>
            <a:t>Ein Machine-Learning-Modell zur datenbasierten Erfolgsprognose.</a:t>
          </a:r>
          <a:endParaRPr lang="en-US"/>
        </a:p>
      </dgm:t>
    </dgm:pt>
    <dgm:pt modelId="{BDD23A9A-8098-4B32-8BA6-7DC4B8A9394D}" type="parTrans" cxnId="{08BB2AD1-15A8-489C-A0DF-A9B2311BD7F6}">
      <dgm:prSet/>
      <dgm:spPr/>
      <dgm:t>
        <a:bodyPr/>
        <a:lstStyle/>
        <a:p>
          <a:endParaRPr lang="en-US"/>
        </a:p>
      </dgm:t>
    </dgm:pt>
    <dgm:pt modelId="{49E63758-4E7D-4729-ABF2-2E392CDF85F0}" type="sibTrans" cxnId="{08BB2AD1-15A8-489C-A0DF-A9B2311BD7F6}">
      <dgm:prSet/>
      <dgm:spPr/>
      <dgm:t>
        <a:bodyPr/>
        <a:lstStyle/>
        <a:p>
          <a:endParaRPr lang="en-US"/>
        </a:p>
      </dgm:t>
    </dgm:pt>
    <dgm:pt modelId="{061074EA-9E3C-4FEF-B211-533379E1F877}">
      <dgm:prSet/>
      <dgm:spPr/>
      <dgm:t>
        <a:bodyPr/>
        <a:lstStyle/>
        <a:p>
          <a:r>
            <a:rPr lang="de-DE" b="0" i="1"/>
            <a:t>Der Mehrwert für Encore Events:</a:t>
          </a:r>
          <a:endParaRPr lang="en-US"/>
        </a:p>
      </dgm:t>
    </dgm:pt>
    <dgm:pt modelId="{C97A85F7-D6DD-4DAC-8760-8F196C3F1FF8}" type="parTrans" cxnId="{6596C9EE-E6BC-4994-B82F-FC0ADA4D31A6}">
      <dgm:prSet/>
      <dgm:spPr/>
      <dgm:t>
        <a:bodyPr/>
        <a:lstStyle/>
        <a:p>
          <a:endParaRPr lang="en-US"/>
        </a:p>
      </dgm:t>
    </dgm:pt>
    <dgm:pt modelId="{13A43A82-D382-4EBC-BDDC-9F5D5781094F}" type="sibTrans" cxnId="{6596C9EE-E6BC-4994-B82F-FC0ADA4D31A6}">
      <dgm:prSet/>
      <dgm:spPr/>
      <dgm:t>
        <a:bodyPr/>
        <a:lstStyle/>
        <a:p>
          <a:endParaRPr lang="en-US"/>
        </a:p>
      </dgm:t>
    </dgm:pt>
    <dgm:pt modelId="{8DB77BDC-38F1-4901-AF0F-72961EA387DF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b="0" i="0"/>
            <a:t>Gefährdete Kampagnen frühzeitig erkennen.</a:t>
          </a:r>
          <a:endParaRPr lang="en-US"/>
        </a:p>
      </dgm:t>
    </dgm:pt>
    <dgm:pt modelId="{DFC97935-8DE4-41D2-A9AE-2AE3ABFCBB94}" type="parTrans" cxnId="{83A16720-FB16-4A6C-90E8-BF28A1372784}">
      <dgm:prSet/>
      <dgm:spPr/>
      <dgm:t>
        <a:bodyPr/>
        <a:lstStyle/>
        <a:p>
          <a:endParaRPr lang="en-US"/>
        </a:p>
      </dgm:t>
    </dgm:pt>
    <dgm:pt modelId="{9B6ED1C4-2A94-4994-BC1F-C064EBC6CD1E}" type="sibTrans" cxnId="{83A16720-FB16-4A6C-90E8-BF28A1372784}">
      <dgm:prSet/>
      <dgm:spPr/>
      <dgm:t>
        <a:bodyPr/>
        <a:lstStyle/>
        <a:p>
          <a:endParaRPr lang="en-US"/>
        </a:p>
      </dgm:t>
    </dgm:pt>
    <dgm:pt modelId="{8A5C0131-DDFB-42CF-962E-DD1320A1C50F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b="0" i="0"/>
            <a:t>Gezielte Massnahmen ergreifen (Budgeterhöhung, neue Kanäle).</a:t>
          </a:r>
          <a:endParaRPr lang="en-US"/>
        </a:p>
      </dgm:t>
    </dgm:pt>
    <dgm:pt modelId="{33853D97-D03A-4D82-9388-D632A9DBA4A8}" type="parTrans" cxnId="{07639DCC-C0C0-4A64-9CFF-A5C400116326}">
      <dgm:prSet/>
      <dgm:spPr/>
      <dgm:t>
        <a:bodyPr/>
        <a:lstStyle/>
        <a:p>
          <a:endParaRPr lang="en-US"/>
        </a:p>
      </dgm:t>
    </dgm:pt>
    <dgm:pt modelId="{8B5C35B7-8892-408A-A66A-0FE2231B6093}" type="sibTrans" cxnId="{07639DCC-C0C0-4A64-9CFF-A5C400116326}">
      <dgm:prSet/>
      <dgm:spPr/>
      <dgm:t>
        <a:bodyPr/>
        <a:lstStyle/>
        <a:p>
          <a:endParaRPr lang="en-US"/>
        </a:p>
      </dgm:t>
    </dgm:pt>
    <dgm:pt modelId="{3B3A0025-7905-4A72-AC89-C4C6C5267FB7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b="0" i="0"/>
            <a:t>Effizienterer Ressourceneinsatz und Reduktion von Streuverlusten.</a:t>
          </a:r>
          <a:endParaRPr lang="en-US"/>
        </a:p>
      </dgm:t>
    </dgm:pt>
    <dgm:pt modelId="{9920C324-7745-4118-8185-DDFD77555E52}" type="parTrans" cxnId="{ED0136C4-7F7D-4FE2-9D2D-93ED2049FB21}">
      <dgm:prSet/>
      <dgm:spPr/>
      <dgm:t>
        <a:bodyPr/>
        <a:lstStyle/>
        <a:p>
          <a:endParaRPr lang="en-US"/>
        </a:p>
      </dgm:t>
    </dgm:pt>
    <dgm:pt modelId="{5F1C7072-5F17-4323-B7AE-50D834A0FEE9}" type="sibTrans" cxnId="{ED0136C4-7F7D-4FE2-9D2D-93ED2049FB21}">
      <dgm:prSet/>
      <dgm:spPr/>
      <dgm:t>
        <a:bodyPr/>
        <a:lstStyle/>
        <a:p>
          <a:endParaRPr lang="en-US"/>
        </a:p>
      </dgm:t>
    </dgm:pt>
    <dgm:pt modelId="{E230C047-0B18-4E87-8C62-906853179775}" type="pres">
      <dgm:prSet presAssocID="{D2F893C7-B5A6-42AA-B62C-CF1C9B09EDA8}" presName="Name0" presStyleCnt="0">
        <dgm:presLayoutVars>
          <dgm:dir/>
          <dgm:animLvl val="lvl"/>
          <dgm:resizeHandles val="exact"/>
        </dgm:presLayoutVars>
      </dgm:prSet>
      <dgm:spPr/>
    </dgm:pt>
    <dgm:pt modelId="{B3D26CFB-0649-4FEF-9700-4ED68D4BF8EB}" type="pres">
      <dgm:prSet presAssocID="{061074EA-9E3C-4FEF-B211-533379E1F877}" presName="boxAndChildren" presStyleCnt="0"/>
      <dgm:spPr/>
    </dgm:pt>
    <dgm:pt modelId="{08DB3E60-4245-4A29-980F-5F0E96AF335C}" type="pres">
      <dgm:prSet presAssocID="{061074EA-9E3C-4FEF-B211-533379E1F877}" presName="parentTextBox" presStyleLbl="node1" presStyleIdx="0" presStyleCnt="2"/>
      <dgm:spPr/>
    </dgm:pt>
    <dgm:pt modelId="{5F588AA5-BBF6-4F92-AC6F-87B3E3A139AB}" type="pres">
      <dgm:prSet presAssocID="{061074EA-9E3C-4FEF-B211-533379E1F877}" presName="entireBox" presStyleLbl="node1" presStyleIdx="0" presStyleCnt="2"/>
      <dgm:spPr/>
    </dgm:pt>
    <dgm:pt modelId="{7AB47DB7-8E0B-4573-857D-8703E5ED8319}" type="pres">
      <dgm:prSet presAssocID="{061074EA-9E3C-4FEF-B211-533379E1F877}" presName="descendantBox" presStyleCnt="0"/>
      <dgm:spPr/>
    </dgm:pt>
    <dgm:pt modelId="{E942897A-1C02-44AB-A1D6-C20F41B56EE2}" type="pres">
      <dgm:prSet presAssocID="{8DB77BDC-38F1-4901-AF0F-72961EA387DF}" presName="childTextBox" presStyleLbl="fgAccFollowNode1" presStyleIdx="0" presStyleCnt="4">
        <dgm:presLayoutVars>
          <dgm:bulletEnabled val="1"/>
        </dgm:presLayoutVars>
      </dgm:prSet>
      <dgm:spPr/>
    </dgm:pt>
    <dgm:pt modelId="{5105D9CD-0985-4741-BE41-E5606011EC00}" type="pres">
      <dgm:prSet presAssocID="{8A5C0131-DDFB-42CF-962E-DD1320A1C50F}" presName="childTextBox" presStyleLbl="fgAccFollowNode1" presStyleIdx="1" presStyleCnt="4">
        <dgm:presLayoutVars>
          <dgm:bulletEnabled val="1"/>
        </dgm:presLayoutVars>
      </dgm:prSet>
      <dgm:spPr/>
    </dgm:pt>
    <dgm:pt modelId="{6861FF29-F594-407F-85BB-503EDC6EE263}" type="pres">
      <dgm:prSet presAssocID="{3B3A0025-7905-4A72-AC89-C4C6C5267FB7}" presName="childTextBox" presStyleLbl="fgAccFollowNode1" presStyleIdx="2" presStyleCnt="4">
        <dgm:presLayoutVars>
          <dgm:bulletEnabled val="1"/>
        </dgm:presLayoutVars>
      </dgm:prSet>
      <dgm:spPr/>
    </dgm:pt>
    <dgm:pt modelId="{0FD40D8C-858C-49B3-9609-A2D46689F993}" type="pres">
      <dgm:prSet presAssocID="{9048DD41-89A2-4C31-9DF4-8DFE6E48F4C3}" presName="sp" presStyleCnt="0"/>
      <dgm:spPr/>
    </dgm:pt>
    <dgm:pt modelId="{CF2F3B5C-0EF3-4364-90B1-C81BA40C7618}" type="pres">
      <dgm:prSet presAssocID="{F148FF50-595B-433E-89EC-57A64DC75F91}" presName="arrowAndChildren" presStyleCnt="0"/>
      <dgm:spPr/>
    </dgm:pt>
    <dgm:pt modelId="{8E5A499B-BE63-4E84-B25A-4C328E45F81B}" type="pres">
      <dgm:prSet presAssocID="{F148FF50-595B-433E-89EC-57A64DC75F91}" presName="parentTextArrow" presStyleLbl="node1" presStyleIdx="0" presStyleCnt="2"/>
      <dgm:spPr/>
    </dgm:pt>
    <dgm:pt modelId="{00310547-65AC-460F-BEAE-8FBEDA5F7214}" type="pres">
      <dgm:prSet presAssocID="{F148FF50-595B-433E-89EC-57A64DC75F91}" presName="arrow" presStyleLbl="node1" presStyleIdx="1" presStyleCnt="2"/>
      <dgm:spPr/>
    </dgm:pt>
    <dgm:pt modelId="{9886857C-EF07-4719-A0AF-8D8545EE04B7}" type="pres">
      <dgm:prSet presAssocID="{F148FF50-595B-433E-89EC-57A64DC75F91}" presName="descendantArrow" presStyleCnt="0"/>
      <dgm:spPr/>
    </dgm:pt>
    <dgm:pt modelId="{79A824FB-BBD9-4AAB-B056-6D78D1783189}" type="pres">
      <dgm:prSet presAssocID="{1904ADF1-D863-44E5-80AD-2555B8CCD017}" presName="childTextArrow" presStyleLbl="fgAccFollowNode1" presStyleIdx="3" presStyleCnt="4">
        <dgm:presLayoutVars>
          <dgm:bulletEnabled val="1"/>
        </dgm:presLayoutVars>
      </dgm:prSet>
      <dgm:spPr/>
    </dgm:pt>
  </dgm:ptLst>
  <dgm:cxnLst>
    <dgm:cxn modelId="{E1013220-FA89-4D4D-B665-0E2811976548}" type="presOf" srcId="{F148FF50-595B-433E-89EC-57A64DC75F91}" destId="{00310547-65AC-460F-BEAE-8FBEDA5F7214}" srcOrd="1" destOrd="0" presId="urn:microsoft.com/office/officeart/2005/8/layout/process4"/>
    <dgm:cxn modelId="{83A16720-FB16-4A6C-90E8-BF28A1372784}" srcId="{061074EA-9E3C-4FEF-B211-533379E1F877}" destId="{8DB77BDC-38F1-4901-AF0F-72961EA387DF}" srcOrd="0" destOrd="0" parTransId="{DFC97935-8DE4-41D2-A9AE-2AE3ABFCBB94}" sibTransId="{9B6ED1C4-2A94-4994-BC1F-C064EBC6CD1E}"/>
    <dgm:cxn modelId="{CE120834-9A5A-4E4D-BE07-725160969B12}" type="presOf" srcId="{061074EA-9E3C-4FEF-B211-533379E1F877}" destId="{08DB3E60-4245-4A29-980F-5F0E96AF335C}" srcOrd="0" destOrd="0" presId="urn:microsoft.com/office/officeart/2005/8/layout/process4"/>
    <dgm:cxn modelId="{5847965D-21BF-43B5-9982-7D254F37571A}" type="presOf" srcId="{1904ADF1-D863-44E5-80AD-2555B8CCD017}" destId="{79A824FB-BBD9-4AAB-B056-6D78D1783189}" srcOrd="0" destOrd="0" presId="urn:microsoft.com/office/officeart/2005/8/layout/process4"/>
    <dgm:cxn modelId="{C8761275-4A66-430F-A846-B285DDB59388}" type="presOf" srcId="{061074EA-9E3C-4FEF-B211-533379E1F877}" destId="{5F588AA5-BBF6-4F92-AC6F-87B3E3A139AB}" srcOrd="1" destOrd="0" presId="urn:microsoft.com/office/officeart/2005/8/layout/process4"/>
    <dgm:cxn modelId="{173D4395-1E72-4346-A7FE-B7ADB578F743}" type="presOf" srcId="{3B3A0025-7905-4A72-AC89-C4C6C5267FB7}" destId="{6861FF29-F594-407F-85BB-503EDC6EE263}" srcOrd="0" destOrd="0" presId="urn:microsoft.com/office/officeart/2005/8/layout/process4"/>
    <dgm:cxn modelId="{480BF6AD-CF13-4D43-AB79-9E65F63ADC3E}" type="presOf" srcId="{F148FF50-595B-433E-89EC-57A64DC75F91}" destId="{8E5A499B-BE63-4E84-B25A-4C328E45F81B}" srcOrd="0" destOrd="0" presId="urn:microsoft.com/office/officeart/2005/8/layout/process4"/>
    <dgm:cxn modelId="{D0345BB4-6C80-462C-9752-488C45BF1838}" type="presOf" srcId="{8DB77BDC-38F1-4901-AF0F-72961EA387DF}" destId="{E942897A-1C02-44AB-A1D6-C20F41B56EE2}" srcOrd="0" destOrd="0" presId="urn:microsoft.com/office/officeart/2005/8/layout/process4"/>
    <dgm:cxn modelId="{0B4CCCB6-B570-4CBB-8CA9-4F3F8782E903}" type="presOf" srcId="{8A5C0131-DDFB-42CF-962E-DD1320A1C50F}" destId="{5105D9CD-0985-4741-BE41-E5606011EC00}" srcOrd="0" destOrd="0" presId="urn:microsoft.com/office/officeart/2005/8/layout/process4"/>
    <dgm:cxn modelId="{ED0136C4-7F7D-4FE2-9D2D-93ED2049FB21}" srcId="{061074EA-9E3C-4FEF-B211-533379E1F877}" destId="{3B3A0025-7905-4A72-AC89-C4C6C5267FB7}" srcOrd="2" destOrd="0" parTransId="{9920C324-7745-4118-8185-DDFD77555E52}" sibTransId="{5F1C7072-5F17-4323-B7AE-50D834A0FEE9}"/>
    <dgm:cxn modelId="{BC87CBC6-75D0-4E3B-A35B-50EE34CD1A1D}" type="presOf" srcId="{D2F893C7-B5A6-42AA-B62C-CF1C9B09EDA8}" destId="{E230C047-0B18-4E87-8C62-906853179775}" srcOrd="0" destOrd="0" presId="urn:microsoft.com/office/officeart/2005/8/layout/process4"/>
    <dgm:cxn modelId="{07639DCC-C0C0-4A64-9CFF-A5C400116326}" srcId="{061074EA-9E3C-4FEF-B211-533379E1F877}" destId="{8A5C0131-DDFB-42CF-962E-DD1320A1C50F}" srcOrd="1" destOrd="0" parTransId="{33853D97-D03A-4D82-9388-D632A9DBA4A8}" sibTransId="{8B5C35B7-8892-408A-A66A-0FE2231B6093}"/>
    <dgm:cxn modelId="{08BB2AD1-15A8-489C-A0DF-A9B2311BD7F6}" srcId="{F148FF50-595B-433E-89EC-57A64DC75F91}" destId="{1904ADF1-D863-44E5-80AD-2555B8CCD017}" srcOrd="0" destOrd="0" parTransId="{BDD23A9A-8098-4B32-8BA6-7DC4B8A9394D}" sibTransId="{49E63758-4E7D-4729-ABF2-2E392CDF85F0}"/>
    <dgm:cxn modelId="{DC0212D9-A089-4218-8181-DAB7DD5AF4E6}" srcId="{D2F893C7-B5A6-42AA-B62C-CF1C9B09EDA8}" destId="{F148FF50-595B-433E-89EC-57A64DC75F91}" srcOrd="0" destOrd="0" parTransId="{861585E8-670F-46CD-9B84-3DD3F19BFAAB}" sibTransId="{9048DD41-89A2-4C31-9DF4-8DFE6E48F4C3}"/>
    <dgm:cxn modelId="{6596C9EE-E6BC-4994-B82F-FC0ADA4D31A6}" srcId="{D2F893C7-B5A6-42AA-B62C-CF1C9B09EDA8}" destId="{061074EA-9E3C-4FEF-B211-533379E1F877}" srcOrd="1" destOrd="0" parTransId="{C97A85F7-D6DD-4DAC-8760-8F196C3F1FF8}" sibTransId="{13A43A82-D382-4EBC-BDDC-9F5D5781094F}"/>
    <dgm:cxn modelId="{0A460816-1041-4CF1-9DD9-53E529CF1379}" type="presParOf" srcId="{E230C047-0B18-4E87-8C62-906853179775}" destId="{B3D26CFB-0649-4FEF-9700-4ED68D4BF8EB}" srcOrd="0" destOrd="0" presId="urn:microsoft.com/office/officeart/2005/8/layout/process4"/>
    <dgm:cxn modelId="{DD3B5590-416B-4F09-9034-8086B7B5C1AF}" type="presParOf" srcId="{B3D26CFB-0649-4FEF-9700-4ED68D4BF8EB}" destId="{08DB3E60-4245-4A29-980F-5F0E96AF335C}" srcOrd="0" destOrd="0" presId="urn:microsoft.com/office/officeart/2005/8/layout/process4"/>
    <dgm:cxn modelId="{07ACC498-57F2-46AB-8469-07C8A28FBF2E}" type="presParOf" srcId="{B3D26CFB-0649-4FEF-9700-4ED68D4BF8EB}" destId="{5F588AA5-BBF6-4F92-AC6F-87B3E3A139AB}" srcOrd="1" destOrd="0" presId="urn:microsoft.com/office/officeart/2005/8/layout/process4"/>
    <dgm:cxn modelId="{BB8773DA-AF75-4723-94A8-DE602D4EE885}" type="presParOf" srcId="{B3D26CFB-0649-4FEF-9700-4ED68D4BF8EB}" destId="{7AB47DB7-8E0B-4573-857D-8703E5ED8319}" srcOrd="2" destOrd="0" presId="urn:microsoft.com/office/officeart/2005/8/layout/process4"/>
    <dgm:cxn modelId="{9602BC2B-C506-41E6-8B25-0379B7D61F58}" type="presParOf" srcId="{7AB47DB7-8E0B-4573-857D-8703E5ED8319}" destId="{E942897A-1C02-44AB-A1D6-C20F41B56EE2}" srcOrd="0" destOrd="0" presId="urn:microsoft.com/office/officeart/2005/8/layout/process4"/>
    <dgm:cxn modelId="{2D7F489A-82DC-4718-81D4-5F8C8B93BCE6}" type="presParOf" srcId="{7AB47DB7-8E0B-4573-857D-8703E5ED8319}" destId="{5105D9CD-0985-4741-BE41-E5606011EC00}" srcOrd="1" destOrd="0" presId="urn:microsoft.com/office/officeart/2005/8/layout/process4"/>
    <dgm:cxn modelId="{335588FD-C140-42BA-AC57-5DC352A11935}" type="presParOf" srcId="{7AB47DB7-8E0B-4573-857D-8703E5ED8319}" destId="{6861FF29-F594-407F-85BB-503EDC6EE263}" srcOrd="2" destOrd="0" presId="urn:microsoft.com/office/officeart/2005/8/layout/process4"/>
    <dgm:cxn modelId="{A2C13A46-A011-4017-8C85-FCF414A86846}" type="presParOf" srcId="{E230C047-0B18-4E87-8C62-906853179775}" destId="{0FD40D8C-858C-49B3-9609-A2D46689F993}" srcOrd="1" destOrd="0" presId="urn:microsoft.com/office/officeart/2005/8/layout/process4"/>
    <dgm:cxn modelId="{AF280210-DAFF-4852-9F83-0DD4D58F0BF3}" type="presParOf" srcId="{E230C047-0B18-4E87-8C62-906853179775}" destId="{CF2F3B5C-0EF3-4364-90B1-C81BA40C7618}" srcOrd="2" destOrd="0" presId="urn:microsoft.com/office/officeart/2005/8/layout/process4"/>
    <dgm:cxn modelId="{A6C0B44E-A678-4475-BFB3-FFC8EC4D2A1F}" type="presParOf" srcId="{CF2F3B5C-0EF3-4364-90B1-C81BA40C7618}" destId="{8E5A499B-BE63-4E84-B25A-4C328E45F81B}" srcOrd="0" destOrd="0" presId="urn:microsoft.com/office/officeart/2005/8/layout/process4"/>
    <dgm:cxn modelId="{4B38A90D-05B2-4CAB-944F-6FCAFF92AF00}" type="presParOf" srcId="{CF2F3B5C-0EF3-4364-90B1-C81BA40C7618}" destId="{00310547-65AC-460F-BEAE-8FBEDA5F7214}" srcOrd="1" destOrd="0" presId="urn:microsoft.com/office/officeart/2005/8/layout/process4"/>
    <dgm:cxn modelId="{88A862DD-BA87-4387-90E9-2E00F77DE1BE}" type="presParOf" srcId="{CF2F3B5C-0EF3-4364-90B1-C81BA40C7618}" destId="{9886857C-EF07-4719-A0AF-8D8545EE04B7}" srcOrd="2" destOrd="0" presId="urn:microsoft.com/office/officeart/2005/8/layout/process4"/>
    <dgm:cxn modelId="{F54ADCF9-2D40-4AD7-B74F-A2B05A247970}" type="presParOf" srcId="{9886857C-EF07-4719-A0AF-8D8545EE04B7}" destId="{79A824FB-BBD9-4AAB-B056-6D78D1783189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0A9A855-AAE4-4C33-B5B6-9AD6B8E0E992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4E85F85-1B74-45CE-83AF-7B4BD40AF17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CH"/>
            <a:t>Daten-Integration </a:t>
          </a:r>
          <a:endParaRPr lang="en-US"/>
        </a:p>
      </dgm:t>
    </dgm:pt>
    <dgm:pt modelId="{3084CB2E-63CD-47D4-A814-D3F18EBFD1F3}" type="parTrans" cxnId="{B9D7C810-7FC5-4934-9B20-AEBB45C0786F}">
      <dgm:prSet/>
      <dgm:spPr/>
      <dgm:t>
        <a:bodyPr/>
        <a:lstStyle/>
        <a:p>
          <a:endParaRPr lang="en-US"/>
        </a:p>
      </dgm:t>
    </dgm:pt>
    <dgm:pt modelId="{B803612D-ED7B-4C18-8BD4-F407525E208A}" type="sibTrans" cxnId="{B9D7C810-7FC5-4934-9B20-AEBB45C0786F}">
      <dgm:prSet/>
      <dgm:spPr/>
      <dgm:t>
        <a:bodyPr/>
        <a:lstStyle/>
        <a:p>
          <a:endParaRPr lang="en-US"/>
        </a:p>
      </dgm:t>
    </dgm:pt>
    <dgm:pt modelId="{B75BDD58-3D01-4413-BC79-0F6B9DB5F688}">
      <dgm:prSet/>
      <dgm:spPr/>
      <dgm:t>
        <a:bodyPr/>
        <a:lstStyle/>
        <a:p>
          <a:pPr>
            <a:lnSpc>
              <a:spcPct val="100000"/>
            </a:lnSpc>
          </a:pPr>
          <a:r>
            <a:rPr lang="de-CH"/>
            <a:t> </a:t>
          </a:r>
          <a:endParaRPr lang="en-US"/>
        </a:p>
      </dgm:t>
    </dgm:pt>
    <dgm:pt modelId="{485D14E8-D333-4734-95D4-993871BEFAAB}" type="parTrans" cxnId="{76DBD16F-15B5-45D5-91D4-4368D1F530E0}">
      <dgm:prSet/>
      <dgm:spPr/>
      <dgm:t>
        <a:bodyPr/>
        <a:lstStyle/>
        <a:p>
          <a:endParaRPr lang="en-US"/>
        </a:p>
      </dgm:t>
    </dgm:pt>
    <dgm:pt modelId="{06265A56-816F-43A3-B377-1F8F370FDE03}" type="sibTrans" cxnId="{76DBD16F-15B5-45D5-91D4-4368D1F530E0}">
      <dgm:prSet/>
      <dgm:spPr/>
      <dgm:t>
        <a:bodyPr/>
        <a:lstStyle/>
        <a:p>
          <a:endParaRPr lang="en-US"/>
        </a:p>
      </dgm:t>
    </dgm:pt>
    <dgm:pt modelId="{3F3B19D3-5ACE-47B5-91B6-0461554475A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CH"/>
            <a:t>Pivoting</a:t>
          </a:r>
          <a:endParaRPr lang="en-US"/>
        </a:p>
      </dgm:t>
    </dgm:pt>
    <dgm:pt modelId="{38D82BE0-9DD4-463F-AC19-13B078113766}" type="parTrans" cxnId="{7D47E315-EFA5-4E13-9D8F-8AB7ECE4180D}">
      <dgm:prSet/>
      <dgm:spPr/>
      <dgm:t>
        <a:bodyPr/>
        <a:lstStyle/>
        <a:p>
          <a:endParaRPr lang="en-US"/>
        </a:p>
      </dgm:t>
    </dgm:pt>
    <dgm:pt modelId="{3FE4E389-BCA6-4D1E-BA38-A07F7E3893AD}" type="sibTrans" cxnId="{7D47E315-EFA5-4E13-9D8F-8AB7ECE4180D}">
      <dgm:prSet/>
      <dgm:spPr/>
      <dgm:t>
        <a:bodyPr/>
        <a:lstStyle/>
        <a:p>
          <a:endParaRPr lang="en-US"/>
        </a:p>
      </dgm:t>
    </dgm:pt>
    <dgm:pt modelId="{BFA28121-23CB-495B-BBE9-1412FFC5706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8D4F69C-89C4-4BE0-82F5-DE9B79AE5824}" type="parTrans" cxnId="{D87C23FB-9E81-4935-B9E4-FA67AE29FF91}">
      <dgm:prSet/>
      <dgm:spPr/>
      <dgm:t>
        <a:bodyPr/>
        <a:lstStyle/>
        <a:p>
          <a:endParaRPr lang="en-US"/>
        </a:p>
      </dgm:t>
    </dgm:pt>
    <dgm:pt modelId="{1C7ADC3B-BE6A-4910-B0C3-EB642ED4FB33}" type="sibTrans" cxnId="{D87C23FB-9E81-4935-B9E4-FA67AE29FF91}">
      <dgm:prSet/>
      <dgm:spPr/>
      <dgm:t>
        <a:bodyPr/>
        <a:lstStyle/>
        <a:p>
          <a:endParaRPr lang="en-US"/>
        </a:p>
      </dgm:t>
    </dgm:pt>
    <dgm:pt modelId="{D40EAFBF-D466-4D69-AABE-300216E2B031}">
      <dgm:prSet phldrT="[Text]" phldr="0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CH"/>
            <a:t>Bereinigung</a:t>
          </a:r>
        </a:p>
      </dgm:t>
    </dgm:pt>
    <dgm:pt modelId="{A73C71D9-4172-43D7-950C-C3EC7BDA99CC}" type="parTrans" cxnId="{2D715450-CFF0-410E-8B8D-EE663F59024F}">
      <dgm:prSet/>
      <dgm:spPr/>
      <dgm:t>
        <a:bodyPr/>
        <a:lstStyle/>
        <a:p>
          <a:endParaRPr lang="de-CH"/>
        </a:p>
      </dgm:t>
    </dgm:pt>
    <dgm:pt modelId="{24257FE5-140B-47CB-BDAA-F065C7AFAAA8}" type="sibTrans" cxnId="{2D715450-CFF0-410E-8B8D-EE663F59024F}">
      <dgm:prSet/>
      <dgm:spPr/>
      <dgm:t>
        <a:bodyPr/>
        <a:lstStyle/>
        <a:p>
          <a:endParaRPr lang="de-CH"/>
        </a:p>
      </dgm:t>
    </dgm:pt>
    <dgm:pt modelId="{7242A739-F96D-4501-AB26-52E76B165169}" type="pres">
      <dgm:prSet presAssocID="{60A9A855-AAE4-4C33-B5B6-9AD6B8E0E992}" presName="root" presStyleCnt="0">
        <dgm:presLayoutVars>
          <dgm:dir/>
          <dgm:resizeHandles val="exact"/>
        </dgm:presLayoutVars>
      </dgm:prSet>
      <dgm:spPr/>
    </dgm:pt>
    <dgm:pt modelId="{0A2517E1-F893-46B3-8359-FBB06513E122}" type="pres">
      <dgm:prSet presAssocID="{64E85F85-1B74-45CE-83AF-7B4BD40AF172}" presName="compNode" presStyleCnt="0"/>
      <dgm:spPr/>
    </dgm:pt>
    <dgm:pt modelId="{66A08BF4-1264-4B62-8950-1207E0323205}" type="pres">
      <dgm:prSet presAssocID="{64E85F85-1B74-45CE-83AF-7B4BD40AF172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4569DF8-5EC9-4E0A-8932-99E885A53B22}" type="pres">
      <dgm:prSet presAssocID="{64E85F85-1B74-45CE-83AF-7B4BD40AF172}" presName="iconSpace" presStyleCnt="0"/>
      <dgm:spPr/>
    </dgm:pt>
    <dgm:pt modelId="{F50BAEB5-1D32-4658-BDE8-FC89E4A35574}" type="pres">
      <dgm:prSet presAssocID="{64E85F85-1B74-45CE-83AF-7B4BD40AF172}" presName="parTx" presStyleLbl="revTx" presStyleIdx="0" presStyleCnt="6">
        <dgm:presLayoutVars>
          <dgm:chMax val="0"/>
          <dgm:chPref val="0"/>
        </dgm:presLayoutVars>
      </dgm:prSet>
      <dgm:spPr/>
    </dgm:pt>
    <dgm:pt modelId="{33D2765F-F546-4DAC-9C1B-BAEB6538A939}" type="pres">
      <dgm:prSet presAssocID="{64E85F85-1B74-45CE-83AF-7B4BD40AF172}" presName="txSpace" presStyleCnt="0"/>
      <dgm:spPr/>
    </dgm:pt>
    <dgm:pt modelId="{DBC96DA1-6DF8-4AFF-AB84-684AB4FC509A}" type="pres">
      <dgm:prSet presAssocID="{64E85F85-1B74-45CE-83AF-7B4BD40AF172}" presName="desTx" presStyleLbl="revTx" presStyleIdx="1" presStyleCnt="6">
        <dgm:presLayoutVars/>
      </dgm:prSet>
      <dgm:spPr/>
    </dgm:pt>
    <dgm:pt modelId="{5B81AF83-D6C5-4010-85F6-CC300E9711B9}" type="pres">
      <dgm:prSet presAssocID="{B803612D-ED7B-4C18-8BD4-F407525E208A}" presName="sibTrans" presStyleCnt="0"/>
      <dgm:spPr/>
    </dgm:pt>
    <dgm:pt modelId="{9160DBCF-5D37-468D-A78E-2B9BC3480D56}" type="pres">
      <dgm:prSet presAssocID="{3F3B19D3-5ACE-47B5-91B6-0461554475A1}" presName="compNode" presStyleCnt="0"/>
      <dgm:spPr/>
    </dgm:pt>
    <dgm:pt modelId="{E315804A-B26E-4A13-972B-CF8B1445FBE1}" type="pres">
      <dgm:prSet presAssocID="{3F3B19D3-5ACE-47B5-91B6-0461554475A1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ussdiagramm"/>
        </a:ext>
      </dgm:extLst>
    </dgm:pt>
    <dgm:pt modelId="{EE40B218-929A-480D-B522-0F8AE29A264F}" type="pres">
      <dgm:prSet presAssocID="{3F3B19D3-5ACE-47B5-91B6-0461554475A1}" presName="iconSpace" presStyleCnt="0"/>
      <dgm:spPr/>
    </dgm:pt>
    <dgm:pt modelId="{69821664-F9FC-4404-A39A-46A04AF4FECA}" type="pres">
      <dgm:prSet presAssocID="{3F3B19D3-5ACE-47B5-91B6-0461554475A1}" presName="parTx" presStyleLbl="revTx" presStyleIdx="2" presStyleCnt="6">
        <dgm:presLayoutVars>
          <dgm:chMax val="0"/>
          <dgm:chPref val="0"/>
        </dgm:presLayoutVars>
      </dgm:prSet>
      <dgm:spPr/>
    </dgm:pt>
    <dgm:pt modelId="{7291EB3F-9587-40B0-985E-A5942BE28FAC}" type="pres">
      <dgm:prSet presAssocID="{3F3B19D3-5ACE-47B5-91B6-0461554475A1}" presName="txSpace" presStyleCnt="0"/>
      <dgm:spPr/>
    </dgm:pt>
    <dgm:pt modelId="{FF0AA6D9-DD7E-488B-9786-EF30F2A3B4AF}" type="pres">
      <dgm:prSet presAssocID="{3F3B19D3-5ACE-47B5-91B6-0461554475A1}" presName="desTx" presStyleLbl="revTx" presStyleIdx="3" presStyleCnt="6">
        <dgm:presLayoutVars/>
      </dgm:prSet>
      <dgm:spPr/>
    </dgm:pt>
    <dgm:pt modelId="{F771E63F-3F24-444E-BE95-81238BC8AE8B}" type="pres">
      <dgm:prSet presAssocID="{3FE4E389-BCA6-4D1E-BA38-A07F7E3893AD}" presName="sibTrans" presStyleCnt="0"/>
      <dgm:spPr/>
    </dgm:pt>
    <dgm:pt modelId="{42507A4E-F966-40CB-BD30-979182CA22CB}" type="pres">
      <dgm:prSet presAssocID="{D40EAFBF-D466-4D69-AABE-300216E2B031}" presName="compNode" presStyleCnt="0"/>
      <dgm:spPr/>
    </dgm:pt>
    <dgm:pt modelId="{21CD488D-AB7E-43C8-94FC-12133F0081E2}" type="pres">
      <dgm:prSet presAssocID="{D40EAFBF-D466-4D69-AABE-300216E2B031}" presName="iconRect" presStyleLbl="node1" presStyleIdx="2" presStyleCnt="3" custLinFactNeighborX="2817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imer und Wischmopp mit einfarbiger Füllung"/>
        </a:ext>
      </dgm:extLst>
    </dgm:pt>
    <dgm:pt modelId="{1B670F0D-D917-4B4A-A620-34891290DDF8}" type="pres">
      <dgm:prSet presAssocID="{D40EAFBF-D466-4D69-AABE-300216E2B031}" presName="iconSpace" presStyleCnt="0"/>
      <dgm:spPr/>
    </dgm:pt>
    <dgm:pt modelId="{312318F6-F823-4746-83F0-42587818D770}" type="pres">
      <dgm:prSet presAssocID="{D40EAFBF-D466-4D69-AABE-300216E2B031}" presName="parTx" presStyleLbl="revTx" presStyleIdx="4" presStyleCnt="6">
        <dgm:presLayoutVars>
          <dgm:chMax val="0"/>
          <dgm:chPref val="0"/>
        </dgm:presLayoutVars>
      </dgm:prSet>
      <dgm:spPr/>
    </dgm:pt>
    <dgm:pt modelId="{CDA2B5A7-6B9E-4C34-9498-32636553F841}" type="pres">
      <dgm:prSet presAssocID="{D40EAFBF-D466-4D69-AABE-300216E2B031}" presName="txSpace" presStyleCnt="0"/>
      <dgm:spPr/>
    </dgm:pt>
    <dgm:pt modelId="{52BA9EB7-69DD-4D09-B5F3-68A62ECC1966}" type="pres">
      <dgm:prSet presAssocID="{D40EAFBF-D466-4D69-AABE-300216E2B031}" presName="desTx" presStyleLbl="revTx" presStyleIdx="5" presStyleCnt="6">
        <dgm:presLayoutVars/>
      </dgm:prSet>
      <dgm:spPr/>
    </dgm:pt>
  </dgm:ptLst>
  <dgm:cxnLst>
    <dgm:cxn modelId="{B9D7C810-7FC5-4934-9B20-AEBB45C0786F}" srcId="{60A9A855-AAE4-4C33-B5B6-9AD6B8E0E992}" destId="{64E85F85-1B74-45CE-83AF-7B4BD40AF172}" srcOrd="0" destOrd="0" parTransId="{3084CB2E-63CD-47D4-A814-D3F18EBFD1F3}" sibTransId="{B803612D-ED7B-4C18-8BD4-F407525E208A}"/>
    <dgm:cxn modelId="{7D47E315-EFA5-4E13-9D8F-8AB7ECE4180D}" srcId="{60A9A855-AAE4-4C33-B5B6-9AD6B8E0E992}" destId="{3F3B19D3-5ACE-47B5-91B6-0461554475A1}" srcOrd="1" destOrd="0" parTransId="{38D82BE0-9DD4-463F-AC19-13B078113766}" sibTransId="{3FE4E389-BCA6-4D1E-BA38-A07F7E3893AD}"/>
    <dgm:cxn modelId="{A6313936-8BD9-410F-B9A3-CF84487AA760}" type="presOf" srcId="{BFA28121-23CB-495B-BBE9-1412FFC57062}" destId="{FF0AA6D9-DD7E-488B-9786-EF30F2A3B4AF}" srcOrd="0" destOrd="0" presId="urn:microsoft.com/office/officeart/2018/5/layout/CenteredIconLabelDescriptionList"/>
    <dgm:cxn modelId="{76DBD16F-15B5-45D5-91D4-4368D1F530E0}" srcId="{64E85F85-1B74-45CE-83AF-7B4BD40AF172}" destId="{B75BDD58-3D01-4413-BC79-0F6B9DB5F688}" srcOrd="0" destOrd="0" parTransId="{485D14E8-D333-4734-95D4-993871BEFAAB}" sibTransId="{06265A56-816F-43A3-B377-1F8F370FDE03}"/>
    <dgm:cxn modelId="{2D715450-CFF0-410E-8B8D-EE663F59024F}" srcId="{60A9A855-AAE4-4C33-B5B6-9AD6B8E0E992}" destId="{D40EAFBF-D466-4D69-AABE-300216E2B031}" srcOrd="2" destOrd="0" parTransId="{A73C71D9-4172-43D7-950C-C3EC7BDA99CC}" sibTransId="{24257FE5-140B-47CB-BDAA-F065C7AFAAA8}"/>
    <dgm:cxn modelId="{A1FF4379-A08B-4B4E-AD48-3CB1CAB440D7}" type="presOf" srcId="{64E85F85-1B74-45CE-83AF-7B4BD40AF172}" destId="{F50BAEB5-1D32-4658-BDE8-FC89E4A35574}" srcOrd="0" destOrd="0" presId="urn:microsoft.com/office/officeart/2018/5/layout/CenteredIconLabelDescriptionList"/>
    <dgm:cxn modelId="{79CE578A-01B3-4534-B264-7EACCB0D7046}" type="presOf" srcId="{D40EAFBF-D466-4D69-AABE-300216E2B031}" destId="{312318F6-F823-4746-83F0-42587818D770}" srcOrd="0" destOrd="0" presId="urn:microsoft.com/office/officeart/2018/5/layout/CenteredIconLabelDescriptionList"/>
    <dgm:cxn modelId="{A748DA98-A80A-4593-8D76-16E083FA94D5}" type="presOf" srcId="{3F3B19D3-5ACE-47B5-91B6-0461554475A1}" destId="{69821664-F9FC-4404-A39A-46A04AF4FECA}" srcOrd="0" destOrd="0" presId="urn:microsoft.com/office/officeart/2018/5/layout/CenteredIconLabelDescriptionList"/>
    <dgm:cxn modelId="{AA09E0A7-72CB-40DC-9CB8-52B735E5BF2A}" type="presOf" srcId="{60A9A855-AAE4-4C33-B5B6-9AD6B8E0E992}" destId="{7242A739-F96D-4501-AB26-52E76B165169}" srcOrd="0" destOrd="0" presId="urn:microsoft.com/office/officeart/2018/5/layout/CenteredIconLabelDescriptionList"/>
    <dgm:cxn modelId="{A6DB68D5-CBEB-4603-BFE7-CED3294D758E}" type="presOf" srcId="{B75BDD58-3D01-4413-BC79-0F6B9DB5F688}" destId="{DBC96DA1-6DF8-4AFF-AB84-684AB4FC509A}" srcOrd="0" destOrd="0" presId="urn:microsoft.com/office/officeart/2018/5/layout/CenteredIconLabelDescriptionList"/>
    <dgm:cxn modelId="{D87C23FB-9E81-4935-B9E4-FA67AE29FF91}" srcId="{3F3B19D3-5ACE-47B5-91B6-0461554475A1}" destId="{BFA28121-23CB-495B-BBE9-1412FFC57062}" srcOrd="0" destOrd="0" parTransId="{F8D4F69C-89C4-4BE0-82F5-DE9B79AE5824}" sibTransId="{1C7ADC3B-BE6A-4910-B0C3-EB642ED4FB33}"/>
    <dgm:cxn modelId="{8CC062FB-679F-4717-A830-83904738DD20}" type="presParOf" srcId="{7242A739-F96D-4501-AB26-52E76B165169}" destId="{0A2517E1-F893-46B3-8359-FBB06513E122}" srcOrd="0" destOrd="0" presId="urn:microsoft.com/office/officeart/2018/5/layout/CenteredIconLabelDescriptionList"/>
    <dgm:cxn modelId="{BE3F95D2-5E0F-406A-B418-2D004463FB38}" type="presParOf" srcId="{0A2517E1-F893-46B3-8359-FBB06513E122}" destId="{66A08BF4-1264-4B62-8950-1207E0323205}" srcOrd="0" destOrd="0" presId="urn:microsoft.com/office/officeart/2018/5/layout/CenteredIconLabelDescriptionList"/>
    <dgm:cxn modelId="{85EF55E1-CEC5-4535-8ADA-273233E00B46}" type="presParOf" srcId="{0A2517E1-F893-46B3-8359-FBB06513E122}" destId="{34569DF8-5EC9-4E0A-8932-99E885A53B22}" srcOrd="1" destOrd="0" presId="urn:microsoft.com/office/officeart/2018/5/layout/CenteredIconLabelDescriptionList"/>
    <dgm:cxn modelId="{B947C010-8B6D-434E-8A5C-4CE84A1B321F}" type="presParOf" srcId="{0A2517E1-F893-46B3-8359-FBB06513E122}" destId="{F50BAEB5-1D32-4658-BDE8-FC89E4A35574}" srcOrd="2" destOrd="0" presId="urn:microsoft.com/office/officeart/2018/5/layout/CenteredIconLabelDescriptionList"/>
    <dgm:cxn modelId="{E133BDEC-B68E-4C52-B175-4FF9DFE97357}" type="presParOf" srcId="{0A2517E1-F893-46B3-8359-FBB06513E122}" destId="{33D2765F-F546-4DAC-9C1B-BAEB6538A939}" srcOrd="3" destOrd="0" presId="urn:microsoft.com/office/officeart/2018/5/layout/CenteredIconLabelDescriptionList"/>
    <dgm:cxn modelId="{C9581ABC-B077-4DD4-B341-AE646B44CEB2}" type="presParOf" srcId="{0A2517E1-F893-46B3-8359-FBB06513E122}" destId="{DBC96DA1-6DF8-4AFF-AB84-684AB4FC509A}" srcOrd="4" destOrd="0" presId="urn:microsoft.com/office/officeart/2018/5/layout/CenteredIconLabelDescriptionList"/>
    <dgm:cxn modelId="{1B302358-6F80-479C-8EE3-DF5379C7F8F3}" type="presParOf" srcId="{7242A739-F96D-4501-AB26-52E76B165169}" destId="{5B81AF83-D6C5-4010-85F6-CC300E9711B9}" srcOrd="1" destOrd="0" presId="urn:microsoft.com/office/officeart/2018/5/layout/CenteredIconLabelDescriptionList"/>
    <dgm:cxn modelId="{232388DD-57B2-44EF-B45D-3D0E3AB51CE7}" type="presParOf" srcId="{7242A739-F96D-4501-AB26-52E76B165169}" destId="{9160DBCF-5D37-468D-A78E-2B9BC3480D56}" srcOrd="2" destOrd="0" presId="urn:microsoft.com/office/officeart/2018/5/layout/CenteredIconLabelDescriptionList"/>
    <dgm:cxn modelId="{B6A488A9-7927-4462-829E-BFF65739CA57}" type="presParOf" srcId="{9160DBCF-5D37-468D-A78E-2B9BC3480D56}" destId="{E315804A-B26E-4A13-972B-CF8B1445FBE1}" srcOrd="0" destOrd="0" presId="urn:microsoft.com/office/officeart/2018/5/layout/CenteredIconLabelDescriptionList"/>
    <dgm:cxn modelId="{2C4F9467-2074-4C60-9843-5E7A673A87E1}" type="presParOf" srcId="{9160DBCF-5D37-468D-A78E-2B9BC3480D56}" destId="{EE40B218-929A-480D-B522-0F8AE29A264F}" srcOrd="1" destOrd="0" presId="urn:microsoft.com/office/officeart/2018/5/layout/CenteredIconLabelDescriptionList"/>
    <dgm:cxn modelId="{C73E1736-1F8A-42CD-93DA-5AB535D45ACF}" type="presParOf" srcId="{9160DBCF-5D37-468D-A78E-2B9BC3480D56}" destId="{69821664-F9FC-4404-A39A-46A04AF4FECA}" srcOrd="2" destOrd="0" presId="urn:microsoft.com/office/officeart/2018/5/layout/CenteredIconLabelDescriptionList"/>
    <dgm:cxn modelId="{8EA12535-4F61-49E1-84C5-B485771203D7}" type="presParOf" srcId="{9160DBCF-5D37-468D-A78E-2B9BC3480D56}" destId="{7291EB3F-9587-40B0-985E-A5942BE28FAC}" srcOrd="3" destOrd="0" presId="urn:microsoft.com/office/officeart/2018/5/layout/CenteredIconLabelDescriptionList"/>
    <dgm:cxn modelId="{F8279F22-52E6-4A08-B5AC-F85CBD8031DA}" type="presParOf" srcId="{9160DBCF-5D37-468D-A78E-2B9BC3480D56}" destId="{FF0AA6D9-DD7E-488B-9786-EF30F2A3B4AF}" srcOrd="4" destOrd="0" presId="urn:microsoft.com/office/officeart/2018/5/layout/CenteredIconLabelDescriptionList"/>
    <dgm:cxn modelId="{06AA3924-01E3-4712-9BA4-9EE65615EA1B}" type="presParOf" srcId="{7242A739-F96D-4501-AB26-52E76B165169}" destId="{F771E63F-3F24-444E-BE95-81238BC8AE8B}" srcOrd="3" destOrd="0" presId="urn:microsoft.com/office/officeart/2018/5/layout/CenteredIconLabelDescriptionList"/>
    <dgm:cxn modelId="{5EDD5F67-B9FC-40A3-A564-890E20AA954A}" type="presParOf" srcId="{7242A739-F96D-4501-AB26-52E76B165169}" destId="{42507A4E-F966-40CB-BD30-979182CA22CB}" srcOrd="4" destOrd="0" presId="urn:microsoft.com/office/officeart/2018/5/layout/CenteredIconLabelDescriptionList"/>
    <dgm:cxn modelId="{48C94CF8-5255-4896-B52C-6F40382FB259}" type="presParOf" srcId="{42507A4E-F966-40CB-BD30-979182CA22CB}" destId="{21CD488D-AB7E-43C8-94FC-12133F0081E2}" srcOrd="0" destOrd="0" presId="urn:microsoft.com/office/officeart/2018/5/layout/CenteredIconLabelDescriptionList"/>
    <dgm:cxn modelId="{26BFC664-C04A-4721-B701-109A0F217AB2}" type="presParOf" srcId="{42507A4E-F966-40CB-BD30-979182CA22CB}" destId="{1B670F0D-D917-4B4A-A620-34891290DDF8}" srcOrd="1" destOrd="0" presId="urn:microsoft.com/office/officeart/2018/5/layout/CenteredIconLabelDescriptionList"/>
    <dgm:cxn modelId="{C0108713-93DE-4643-A730-37C6884BAB39}" type="presParOf" srcId="{42507A4E-F966-40CB-BD30-979182CA22CB}" destId="{312318F6-F823-4746-83F0-42587818D770}" srcOrd="2" destOrd="0" presId="urn:microsoft.com/office/officeart/2018/5/layout/CenteredIconLabelDescriptionList"/>
    <dgm:cxn modelId="{5204D103-25B6-42C3-A79E-5FA2FEB42CD9}" type="presParOf" srcId="{42507A4E-F966-40CB-BD30-979182CA22CB}" destId="{CDA2B5A7-6B9E-4C34-9498-32636553F841}" srcOrd="3" destOrd="0" presId="urn:microsoft.com/office/officeart/2018/5/layout/CenteredIconLabelDescriptionList"/>
    <dgm:cxn modelId="{C35CEBD9-8EE4-4D35-BC66-9E1C44E220DC}" type="presParOf" srcId="{42507A4E-F966-40CB-BD30-979182CA22CB}" destId="{52BA9EB7-69DD-4D09-B5F3-68A62ECC1966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E68BFF8-133F-4310-915C-17F2A2C44BE7}" type="doc">
      <dgm:prSet loTypeId="urn:microsoft.com/office/officeart/2005/8/layout/list1" loCatId="list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A9DAEC54-F237-4566-8D03-B7A4C4A7D2B9}">
      <dgm:prSet/>
      <dgm:spPr/>
      <dgm:t>
        <a:bodyPr/>
        <a:lstStyle/>
        <a:p>
          <a:r>
            <a:rPr lang="de-CH"/>
            <a:t>Evaluation: </a:t>
          </a:r>
          <a:endParaRPr lang="en-US"/>
        </a:p>
      </dgm:t>
    </dgm:pt>
    <dgm:pt modelId="{83700ADB-571E-47B1-B090-BC3ED3997E6E}" type="parTrans" cxnId="{CB1E3741-14E2-4D4A-A49E-82DD0E500BE6}">
      <dgm:prSet/>
      <dgm:spPr/>
      <dgm:t>
        <a:bodyPr/>
        <a:lstStyle/>
        <a:p>
          <a:endParaRPr lang="en-US"/>
        </a:p>
      </dgm:t>
    </dgm:pt>
    <dgm:pt modelId="{764FF5AD-C3BA-4C70-A6D6-5C653146B05C}" type="sibTrans" cxnId="{CB1E3741-14E2-4D4A-A49E-82DD0E500BE6}">
      <dgm:prSet/>
      <dgm:spPr/>
      <dgm:t>
        <a:bodyPr/>
        <a:lstStyle/>
        <a:p>
          <a:endParaRPr lang="en-US"/>
        </a:p>
      </dgm:t>
    </dgm:pt>
    <dgm:pt modelId="{94A9DDB9-2B98-4DEF-8047-1F4990B16789}">
      <dgm:prSet/>
      <dgm:spPr/>
      <dgm:t>
        <a:bodyPr/>
        <a:lstStyle/>
        <a:p>
          <a:r>
            <a:rPr lang="de-CH"/>
            <a:t>Stratified 10-Fold Cross Validation (gegen Overfitting) </a:t>
          </a:r>
          <a:endParaRPr lang="en-US"/>
        </a:p>
      </dgm:t>
    </dgm:pt>
    <dgm:pt modelId="{0CF918D4-80E5-490C-B1BD-E596FBDA2D3B}" type="parTrans" cxnId="{6DA849E1-ECA9-4116-92E5-D4DA3BCC6F85}">
      <dgm:prSet/>
      <dgm:spPr/>
      <dgm:t>
        <a:bodyPr/>
        <a:lstStyle/>
        <a:p>
          <a:endParaRPr lang="en-US"/>
        </a:p>
      </dgm:t>
    </dgm:pt>
    <dgm:pt modelId="{5F75DC72-922D-4D10-8E17-20B4451B0068}" type="sibTrans" cxnId="{6DA849E1-ECA9-4116-92E5-D4DA3BCC6F85}">
      <dgm:prSet/>
      <dgm:spPr/>
      <dgm:t>
        <a:bodyPr/>
        <a:lstStyle/>
        <a:p>
          <a:endParaRPr lang="en-US"/>
        </a:p>
      </dgm:t>
    </dgm:pt>
    <dgm:pt modelId="{829479AF-2C42-4FB3-8E75-00C257D54094}">
      <dgm:prSet/>
      <dgm:spPr/>
      <dgm:t>
        <a:bodyPr/>
        <a:lstStyle/>
        <a:p>
          <a:r>
            <a:rPr lang="de-CH"/>
            <a:t>Getestete Modelle: </a:t>
          </a:r>
          <a:endParaRPr lang="en-US"/>
        </a:p>
      </dgm:t>
    </dgm:pt>
    <dgm:pt modelId="{7A3A8EFB-7F61-4286-8CEF-F0BF038B6C4C}" type="parTrans" cxnId="{8D8BB617-3B99-449B-9F77-01FA285FF434}">
      <dgm:prSet/>
      <dgm:spPr/>
      <dgm:t>
        <a:bodyPr/>
        <a:lstStyle/>
        <a:p>
          <a:endParaRPr lang="en-US"/>
        </a:p>
      </dgm:t>
    </dgm:pt>
    <dgm:pt modelId="{3869834B-2620-43BF-A39E-61EA2E32CA74}" type="sibTrans" cxnId="{8D8BB617-3B99-449B-9F77-01FA285FF434}">
      <dgm:prSet/>
      <dgm:spPr/>
      <dgm:t>
        <a:bodyPr/>
        <a:lstStyle/>
        <a:p>
          <a:endParaRPr lang="en-US"/>
        </a:p>
      </dgm:t>
    </dgm:pt>
    <dgm:pt modelId="{DB7C27E8-E4BD-4ED7-8319-D75B88C9394B}">
      <dgm:prSet/>
      <dgm:spPr/>
      <dgm:t>
        <a:bodyPr/>
        <a:lstStyle/>
        <a:p>
          <a:r>
            <a:rPr lang="de-CH"/>
            <a:t>Decision Tree, Random Forest, Gradient Boosting, AdaBoost, Neural Network</a:t>
          </a:r>
          <a:endParaRPr lang="en-US"/>
        </a:p>
      </dgm:t>
    </dgm:pt>
    <dgm:pt modelId="{02229142-5D7D-4D80-82D9-361E6CE405D6}" type="parTrans" cxnId="{1595AC6E-4195-410C-978A-97D6243005D7}">
      <dgm:prSet/>
      <dgm:spPr/>
      <dgm:t>
        <a:bodyPr/>
        <a:lstStyle/>
        <a:p>
          <a:endParaRPr lang="en-US"/>
        </a:p>
      </dgm:t>
    </dgm:pt>
    <dgm:pt modelId="{5B2D2C5F-EEF6-4E98-AF59-36D2AD5655C8}" type="sibTrans" cxnId="{1595AC6E-4195-410C-978A-97D6243005D7}">
      <dgm:prSet/>
      <dgm:spPr/>
      <dgm:t>
        <a:bodyPr/>
        <a:lstStyle/>
        <a:p>
          <a:endParaRPr lang="en-US"/>
        </a:p>
      </dgm:t>
    </dgm:pt>
    <dgm:pt modelId="{08B8FE48-AE1B-424A-96C7-FD0E636B2179}">
      <dgm:prSet/>
      <dgm:spPr/>
      <dgm:t>
        <a:bodyPr/>
        <a:lstStyle/>
        <a:p>
          <a:r>
            <a:rPr lang="de-CH"/>
            <a:t>Wichtige Metriken: </a:t>
          </a:r>
          <a:endParaRPr lang="en-US"/>
        </a:p>
      </dgm:t>
    </dgm:pt>
    <dgm:pt modelId="{ACC43357-DD91-4FF5-8687-B94FBC060DEF}" type="parTrans" cxnId="{9AAFFF82-E8B1-461D-B75D-CA095B49D8A7}">
      <dgm:prSet/>
      <dgm:spPr/>
      <dgm:t>
        <a:bodyPr/>
        <a:lstStyle/>
        <a:p>
          <a:endParaRPr lang="en-US"/>
        </a:p>
      </dgm:t>
    </dgm:pt>
    <dgm:pt modelId="{94FE6370-DDB5-4865-89F4-3F5C85EFAB38}" type="sibTrans" cxnId="{9AAFFF82-E8B1-461D-B75D-CA095B49D8A7}">
      <dgm:prSet/>
      <dgm:spPr/>
      <dgm:t>
        <a:bodyPr/>
        <a:lstStyle/>
        <a:p>
          <a:endParaRPr lang="en-US"/>
        </a:p>
      </dgm:t>
    </dgm:pt>
    <dgm:pt modelId="{0360C58C-8568-49E3-A204-3F2B59E790C0}">
      <dgm:prSet/>
      <dgm:spPr/>
      <dgm:t>
        <a:bodyPr/>
        <a:lstStyle/>
        <a:p>
          <a:r>
            <a:rPr lang="de-CH"/>
            <a:t>MCC (Matthews Correlation Coefficient) wegen Klassen-Unausgeglichenheit, AUC, Accuracy, </a:t>
          </a:r>
          <a:r>
            <a:rPr lang="de-DE" b="0" i="0"/>
            <a:t>Confusion Matrix (Fokus auf wirtschaftliches Risiko)</a:t>
          </a:r>
          <a:endParaRPr lang="en-US"/>
        </a:p>
      </dgm:t>
    </dgm:pt>
    <dgm:pt modelId="{898609F7-4C07-4F41-9AB0-D5E54D5E17FE}" type="parTrans" cxnId="{A6C1213E-2322-4FA1-86EB-3BA2C770C7C0}">
      <dgm:prSet/>
      <dgm:spPr/>
      <dgm:t>
        <a:bodyPr/>
        <a:lstStyle/>
        <a:p>
          <a:endParaRPr lang="en-US"/>
        </a:p>
      </dgm:t>
    </dgm:pt>
    <dgm:pt modelId="{E22D1F85-5091-4A6A-9AF0-8EE7251E04E8}" type="sibTrans" cxnId="{A6C1213E-2322-4FA1-86EB-3BA2C770C7C0}">
      <dgm:prSet/>
      <dgm:spPr/>
      <dgm:t>
        <a:bodyPr/>
        <a:lstStyle/>
        <a:p>
          <a:endParaRPr lang="en-US"/>
        </a:p>
      </dgm:t>
    </dgm:pt>
    <dgm:pt modelId="{570CD2EA-2976-4153-B090-52D1A70E2495}" type="pres">
      <dgm:prSet presAssocID="{1E68BFF8-133F-4310-915C-17F2A2C44BE7}" presName="linear" presStyleCnt="0">
        <dgm:presLayoutVars>
          <dgm:dir/>
          <dgm:animLvl val="lvl"/>
          <dgm:resizeHandles val="exact"/>
        </dgm:presLayoutVars>
      </dgm:prSet>
      <dgm:spPr/>
    </dgm:pt>
    <dgm:pt modelId="{3CB68CA3-9C28-4ED6-B9A2-4FE51700BDEC}" type="pres">
      <dgm:prSet presAssocID="{A9DAEC54-F237-4566-8D03-B7A4C4A7D2B9}" presName="parentLin" presStyleCnt="0"/>
      <dgm:spPr/>
    </dgm:pt>
    <dgm:pt modelId="{91536FE0-DB00-4136-971F-A4E778882149}" type="pres">
      <dgm:prSet presAssocID="{A9DAEC54-F237-4566-8D03-B7A4C4A7D2B9}" presName="parentLeftMargin" presStyleLbl="node1" presStyleIdx="0" presStyleCnt="3"/>
      <dgm:spPr/>
    </dgm:pt>
    <dgm:pt modelId="{2633F2DA-7BAD-4A8A-9353-6DF502C080E9}" type="pres">
      <dgm:prSet presAssocID="{A9DAEC54-F237-4566-8D03-B7A4C4A7D2B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435276A-B4B7-45DC-B7EC-021ED9AD3FEC}" type="pres">
      <dgm:prSet presAssocID="{A9DAEC54-F237-4566-8D03-B7A4C4A7D2B9}" presName="negativeSpace" presStyleCnt="0"/>
      <dgm:spPr/>
    </dgm:pt>
    <dgm:pt modelId="{05DD9AC4-F11C-4C37-B987-A43E0288B5D1}" type="pres">
      <dgm:prSet presAssocID="{A9DAEC54-F237-4566-8D03-B7A4C4A7D2B9}" presName="childText" presStyleLbl="conFgAcc1" presStyleIdx="0" presStyleCnt="3">
        <dgm:presLayoutVars>
          <dgm:bulletEnabled val="1"/>
        </dgm:presLayoutVars>
      </dgm:prSet>
      <dgm:spPr/>
    </dgm:pt>
    <dgm:pt modelId="{87888038-3FE0-4832-8D00-5B1C2E9D4666}" type="pres">
      <dgm:prSet presAssocID="{764FF5AD-C3BA-4C70-A6D6-5C653146B05C}" presName="spaceBetweenRectangles" presStyleCnt="0"/>
      <dgm:spPr/>
    </dgm:pt>
    <dgm:pt modelId="{2D954894-235B-4100-9FF3-FACFA9CE9366}" type="pres">
      <dgm:prSet presAssocID="{829479AF-2C42-4FB3-8E75-00C257D54094}" presName="parentLin" presStyleCnt="0"/>
      <dgm:spPr/>
    </dgm:pt>
    <dgm:pt modelId="{987BDF71-1680-423F-8106-2AA13589FECD}" type="pres">
      <dgm:prSet presAssocID="{829479AF-2C42-4FB3-8E75-00C257D54094}" presName="parentLeftMargin" presStyleLbl="node1" presStyleIdx="0" presStyleCnt="3"/>
      <dgm:spPr/>
    </dgm:pt>
    <dgm:pt modelId="{1C88B3D5-552A-4368-BE2E-992B90D20FA3}" type="pres">
      <dgm:prSet presAssocID="{829479AF-2C42-4FB3-8E75-00C257D5409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CD3C3FC-6183-4B67-8D50-A3151B7AE4F3}" type="pres">
      <dgm:prSet presAssocID="{829479AF-2C42-4FB3-8E75-00C257D54094}" presName="negativeSpace" presStyleCnt="0"/>
      <dgm:spPr/>
    </dgm:pt>
    <dgm:pt modelId="{1292D00D-7FC4-42B5-92D2-316C662F6DAD}" type="pres">
      <dgm:prSet presAssocID="{829479AF-2C42-4FB3-8E75-00C257D54094}" presName="childText" presStyleLbl="conFgAcc1" presStyleIdx="1" presStyleCnt="3">
        <dgm:presLayoutVars>
          <dgm:bulletEnabled val="1"/>
        </dgm:presLayoutVars>
      </dgm:prSet>
      <dgm:spPr/>
    </dgm:pt>
    <dgm:pt modelId="{5EA95566-C99B-4288-A15E-33C5F7EEA070}" type="pres">
      <dgm:prSet presAssocID="{3869834B-2620-43BF-A39E-61EA2E32CA74}" presName="spaceBetweenRectangles" presStyleCnt="0"/>
      <dgm:spPr/>
    </dgm:pt>
    <dgm:pt modelId="{9F1B25AF-B48F-485D-8CE1-8D4080E891E9}" type="pres">
      <dgm:prSet presAssocID="{08B8FE48-AE1B-424A-96C7-FD0E636B2179}" presName="parentLin" presStyleCnt="0"/>
      <dgm:spPr/>
    </dgm:pt>
    <dgm:pt modelId="{C1B4734B-9A42-404A-BEAF-04E62AC6F93C}" type="pres">
      <dgm:prSet presAssocID="{08B8FE48-AE1B-424A-96C7-FD0E636B2179}" presName="parentLeftMargin" presStyleLbl="node1" presStyleIdx="1" presStyleCnt="3"/>
      <dgm:spPr/>
    </dgm:pt>
    <dgm:pt modelId="{A2B624F1-3EA5-41C6-B59E-936706CFEE5C}" type="pres">
      <dgm:prSet presAssocID="{08B8FE48-AE1B-424A-96C7-FD0E636B2179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6AA42A41-B2E2-40AB-9BB4-76693A052A73}" type="pres">
      <dgm:prSet presAssocID="{08B8FE48-AE1B-424A-96C7-FD0E636B2179}" presName="negativeSpace" presStyleCnt="0"/>
      <dgm:spPr/>
    </dgm:pt>
    <dgm:pt modelId="{44711EA0-856B-4F70-BDFE-04F0A80166DC}" type="pres">
      <dgm:prSet presAssocID="{08B8FE48-AE1B-424A-96C7-FD0E636B2179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92FAB709-CFA8-41E4-85D5-68B504E7F0B9}" type="presOf" srcId="{94A9DDB9-2B98-4DEF-8047-1F4990B16789}" destId="{05DD9AC4-F11C-4C37-B987-A43E0288B5D1}" srcOrd="0" destOrd="0" presId="urn:microsoft.com/office/officeart/2005/8/layout/list1"/>
    <dgm:cxn modelId="{8D8BB617-3B99-449B-9F77-01FA285FF434}" srcId="{1E68BFF8-133F-4310-915C-17F2A2C44BE7}" destId="{829479AF-2C42-4FB3-8E75-00C257D54094}" srcOrd="1" destOrd="0" parTransId="{7A3A8EFB-7F61-4286-8CEF-F0BF038B6C4C}" sibTransId="{3869834B-2620-43BF-A39E-61EA2E32CA74}"/>
    <dgm:cxn modelId="{6FE5BB24-D090-4D16-8BEB-2E47BB90D4C2}" type="presOf" srcId="{A9DAEC54-F237-4566-8D03-B7A4C4A7D2B9}" destId="{91536FE0-DB00-4136-971F-A4E778882149}" srcOrd="0" destOrd="0" presId="urn:microsoft.com/office/officeart/2005/8/layout/list1"/>
    <dgm:cxn modelId="{4771C627-64C6-4B50-BF73-EEC2C08511C5}" type="presOf" srcId="{A9DAEC54-F237-4566-8D03-B7A4C4A7D2B9}" destId="{2633F2DA-7BAD-4A8A-9353-6DF502C080E9}" srcOrd="1" destOrd="0" presId="urn:microsoft.com/office/officeart/2005/8/layout/list1"/>
    <dgm:cxn modelId="{A6C1213E-2322-4FA1-86EB-3BA2C770C7C0}" srcId="{08B8FE48-AE1B-424A-96C7-FD0E636B2179}" destId="{0360C58C-8568-49E3-A204-3F2B59E790C0}" srcOrd="0" destOrd="0" parTransId="{898609F7-4C07-4F41-9AB0-D5E54D5E17FE}" sibTransId="{E22D1F85-5091-4A6A-9AF0-8EE7251E04E8}"/>
    <dgm:cxn modelId="{CB1E3741-14E2-4D4A-A49E-82DD0E500BE6}" srcId="{1E68BFF8-133F-4310-915C-17F2A2C44BE7}" destId="{A9DAEC54-F237-4566-8D03-B7A4C4A7D2B9}" srcOrd="0" destOrd="0" parTransId="{83700ADB-571E-47B1-B090-BC3ED3997E6E}" sibTransId="{764FF5AD-C3BA-4C70-A6D6-5C653146B05C}"/>
    <dgm:cxn modelId="{1595AC6E-4195-410C-978A-97D6243005D7}" srcId="{829479AF-2C42-4FB3-8E75-00C257D54094}" destId="{DB7C27E8-E4BD-4ED7-8319-D75B88C9394B}" srcOrd="0" destOrd="0" parTransId="{02229142-5D7D-4D80-82D9-361E6CE405D6}" sibTransId="{5B2D2C5F-EEF6-4E98-AF59-36D2AD5655C8}"/>
    <dgm:cxn modelId="{CFB22155-1915-4631-A3D2-202618249851}" type="presOf" srcId="{08B8FE48-AE1B-424A-96C7-FD0E636B2179}" destId="{C1B4734B-9A42-404A-BEAF-04E62AC6F93C}" srcOrd="0" destOrd="0" presId="urn:microsoft.com/office/officeart/2005/8/layout/list1"/>
    <dgm:cxn modelId="{9AAFFF82-E8B1-461D-B75D-CA095B49D8A7}" srcId="{1E68BFF8-133F-4310-915C-17F2A2C44BE7}" destId="{08B8FE48-AE1B-424A-96C7-FD0E636B2179}" srcOrd="2" destOrd="0" parTransId="{ACC43357-DD91-4FF5-8687-B94FBC060DEF}" sibTransId="{94FE6370-DDB5-4865-89F4-3F5C85EFAB38}"/>
    <dgm:cxn modelId="{D9392E8A-E1CC-4523-B51A-FE5F51B5D7C8}" type="presOf" srcId="{0360C58C-8568-49E3-A204-3F2B59E790C0}" destId="{44711EA0-856B-4F70-BDFE-04F0A80166DC}" srcOrd="0" destOrd="0" presId="urn:microsoft.com/office/officeart/2005/8/layout/list1"/>
    <dgm:cxn modelId="{264D688E-9143-4C07-80B8-4973C32AE660}" type="presOf" srcId="{08B8FE48-AE1B-424A-96C7-FD0E636B2179}" destId="{A2B624F1-3EA5-41C6-B59E-936706CFEE5C}" srcOrd="1" destOrd="0" presId="urn:microsoft.com/office/officeart/2005/8/layout/list1"/>
    <dgm:cxn modelId="{A7E888C2-1300-4762-920D-B5D0B1745775}" type="presOf" srcId="{DB7C27E8-E4BD-4ED7-8319-D75B88C9394B}" destId="{1292D00D-7FC4-42B5-92D2-316C662F6DAD}" srcOrd="0" destOrd="0" presId="urn:microsoft.com/office/officeart/2005/8/layout/list1"/>
    <dgm:cxn modelId="{E054D6C2-F7C3-422C-AA66-3462E8CF44E6}" type="presOf" srcId="{1E68BFF8-133F-4310-915C-17F2A2C44BE7}" destId="{570CD2EA-2976-4153-B090-52D1A70E2495}" srcOrd="0" destOrd="0" presId="urn:microsoft.com/office/officeart/2005/8/layout/list1"/>
    <dgm:cxn modelId="{589872DC-60A6-40F3-9008-586371CC942A}" type="presOf" srcId="{829479AF-2C42-4FB3-8E75-00C257D54094}" destId="{1C88B3D5-552A-4368-BE2E-992B90D20FA3}" srcOrd="1" destOrd="0" presId="urn:microsoft.com/office/officeart/2005/8/layout/list1"/>
    <dgm:cxn modelId="{6DA849E1-ECA9-4116-92E5-D4DA3BCC6F85}" srcId="{A9DAEC54-F237-4566-8D03-B7A4C4A7D2B9}" destId="{94A9DDB9-2B98-4DEF-8047-1F4990B16789}" srcOrd="0" destOrd="0" parTransId="{0CF918D4-80E5-490C-B1BD-E596FBDA2D3B}" sibTransId="{5F75DC72-922D-4D10-8E17-20B4451B0068}"/>
    <dgm:cxn modelId="{EBEE0DF9-6104-4BB5-983E-7C5484D23145}" type="presOf" srcId="{829479AF-2C42-4FB3-8E75-00C257D54094}" destId="{987BDF71-1680-423F-8106-2AA13589FECD}" srcOrd="0" destOrd="0" presId="urn:microsoft.com/office/officeart/2005/8/layout/list1"/>
    <dgm:cxn modelId="{C9ADB9F1-15CC-492D-9C3A-067F86AF168E}" type="presParOf" srcId="{570CD2EA-2976-4153-B090-52D1A70E2495}" destId="{3CB68CA3-9C28-4ED6-B9A2-4FE51700BDEC}" srcOrd="0" destOrd="0" presId="urn:microsoft.com/office/officeart/2005/8/layout/list1"/>
    <dgm:cxn modelId="{95045BB9-D44F-454E-A94D-24BC928756B0}" type="presParOf" srcId="{3CB68CA3-9C28-4ED6-B9A2-4FE51700BDEC}" destId="{91536FE0-DB00-4136-971F-A4E778882149}" srcOrd="0" destOrd="0" presId="urn:microsoft.com/office/officeart/2005/8/layout/list1"/>
    <dgm:cxn modelId="{5037F23F-DD51-40CC-B3BB-DB5B6EF71174}" type="presParOf" srcId="{3CB68CA3-9C28-4ED6-B9A2-4FE51700BDEC}" destId="{2633F2DA-7BAD-4A8A-9353-6DF502C080E9}" srcOrd="1" destOrd="0" presId="urn:microsoft.com/office/officeart/2005/8/layout/list1"/>
    <dgm:cxn modelId="{E14C5FCA-DE7D-45FA-88FB-DBA360579E07}" type="presParOf" srcId="{570CD2EA-2976-4153-B090-52D1A70E2495}" destId="{5435276A-B4B7-45DC-B7EC-021ED9AD3FEC}" srcOrd="1" destOrd="0" presId="urn:microsoft.com/office/officeart/2005/8/layout/list1"/>
    <dgm:cxn modelId="{78CB1A10-75AF-4D4B-9661-4B468684CEA7}" type="presParOf" srcId="{570CD2EA-2976-4153-B090-52D1A70E2495}" destId="{05DD9AC4-F11C-4C37-B987-A43E0288B5D1}" srcOrd="2" destOrd="0" presId="urn:microsoft.com/office/officeart/2005/8/layout/list1"/>
    <dgm:cxn modelId="{BDCCB267-1865-4DF7-8877-FE946D221655}" type="presParOf" srcId="{570CD2EA-2976-4153-B090-52D1A70E2495}" destId="{87888038-3FE0-4832-8D00-5B1C2E9D4666}" srcOrd="3" destOrd="0" presId="urn:microsoft.com/office/officeart/2005/8/layout/list1"/>
    <dgm:cxn modelId="{3C9B4E44-13DD-4D7F-806F-F0A22A54DE21}" type="presParOf" srcId="{570CD2EA-2976-4153-B090-52D1A70E2495}" destId="{2D954894-235B-4100-9FF3-FACFA9CE9366}" srcOrd="4" destOrd="0" presId="urn:microsoft.com/office/officeart/2005/8/layout/list1"/>
    <dgm:cxn modelId="{6D5E2C95-98DC-4BB4-83AC-288AA4C089DC}" type="presParOf" srcId="{2D954894-235B-4100-9FF3-FACFA9CE9366}" destId="{987BDF71-1680-423F-8106-2AA13589FECD}" srcOrd="0" destOrd="0" presId="urn:microsoft.com/office/officeart/2005/8/layout/list1"/>
    <dgm:cxn modelId="{035B5E99-8E10-44FB-AB33-29EE70A08A60}" type="presParOf" srcId="{2D954894-235B-4100-9FF3-FACFA9CE9366}" destId="{1C88B3D5-552A-4368-BE2E-992B90D20FA3}" srcOrd="1" destOrd="0" presId="urn:microsoft.com/office/officeart/2005/8/layout/list1"/>
    <dgm:cxn modelId="{4D48F12D-FD35-4CA2-89DE-DBA12ABED47E}" type="presParOf" srcId="{570CD2EA-2976-4153-B090-52D1A70E2495}" destId="{DCD3C3FC-6183-4B67-8D50-A3151B7AE4F3}" srcOrd="5" destOrd="0" presId="urn:microsoft.com/office/officeart/2005/8/layout/list1"/>
    <dgm:cxn modelId="{19C7F4F7-0723-493D-B853-F94B6001CE97}" type="presParOf" srcId="{570CD2EA-2976-4153-B090-52D1A70E2495}" destId="{1292D00D-7FC4-42B5-92D2-316C662F6DAD}" srcOrd="6" destOrd="0" presId="urn:microsoft.com/office/officeart/2005/8/layout/list1"/>
    <dgm:cxn modelId="{2A64BB6C-042C-4A5C-BA30-02329791FA98}" type="presParOf" srcId="{570CD2EA-2976-4153-B090-52D1A70E2495}" destId="{5EA95566-C99B-4288-A15E-33C5F7EEA070}" srcOrd="7" destOrd="0" presId="urn:microsoft.com/office/officeart/2005/8/layout/list1"/>
    <dgm:cxn modelId="{012C9A76-4B57-4A77-BC11-E40F24B094C2}" type="presParOf" srcId="{570CD2EA-2976-4153-B090-52D1A70E2495}" destId="{9F1B25AF-B48F-485D-8CE1-8D4080E891E9}" srcOrd="8" destOrd="0" presId="urn:microsoft.com/office/officeart/2005/8/layout/list1"/>
    <dgm:cxn modelId="{380C514E-5708-4498-93FA-22F24022FB9F}" type="presParOf" srcId="{9F1B25AF-B48F-485D-8CE1-8D4080E891E9}" destId="{C1B4734B-9A42-404A-BEAF-04E62AC6F93C}" srcOrd="0" destOrd="0" presId="urn:microsoft.com/office/officeart/2005/8/layout/list1"/>
    <dgm:cxn modelId="{D0BCB9F9-CCE8-4198-BED3-B78474683538}" type="presParOf" srcId="{9F1B25AF-B48F-485D-8CE1-8D4080E891E9}" destId="{A2B624F1-3EA5-41C6-B59E-936706CFEE5C}" srcOrd="1" destOrd="0" presId="urn:microsoft.com/office/officeart/2005/8/layout/list1"/>
    <dgm:cxn modelId="{42AE5B8C-8D78-4B4C-A320-1A2DB8324D5A}" type="presParOf" srcId="{570CD2EA-2976-4153-B090-52D1A70E2495}" destId="{6AA42A41-B2E2-40AB-9BB4-76693A052A73}" srcOrd="9" destOrd="0" presId="urn:microsoft.com/office/officeart/2005/8/layout/list1"/>
    <dgm:cxn modelId="{4C3CC02E-514B-45EB-8A25-7E51C29EE7B4}" type="presParOf" srcId="{570CD2EA-2976-4153-B090-52D1A70E2495}" destId="{44711EA0-856B-4F70-BDFE-04F0A80166DC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6F567FC-77E2-4D8D-AC83-8BA9BBC867B1}" type="doc">
      <dgm:prSet loTypeId="urn:microsoft.com/office/officeart/2018/2/layout/Icon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9F8AA98D-1A40-4BA5-8E10-AE5E71C6CBFD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Erfolgreiche Implementierung eines Prognosetools für </a:t>
          </a:r>
          <a:r>
            <a:rPr lang="de-DE" err="1"/>
            <a:t>Encore</a:t>
          </a:r>
          <a:r>
            <a:rPr lang="de-DE"/>
            <a:t> Events.</a:t>
          </a:r>
          <a:endParaRPr lang="en-US"/>
        </a:p>
      </dgm:t>
    </dgm:pt>
    <dgm:pt modelId="{7E7C892F-FBCD-4361-95EB-BF3DF45382DD}" type="parTrans" cxnId="{6150CD05-899F-4D51-8507-0E46F7366542}">
      <dgm:prSet/>
      <dgm:spPr/>
      <dgm:t>
        <a:bodyPr/>
        <a:lstStyle/>
        <a:p>
          <a:endParaRPr lang="en-US"/>
        </a:p>
      </dgm:t>
    </dgm:pt>
    <dgm:pt modelId="{8EFEDCE0-5785-4A56-960B-71AFAB533E9E}" type="sibTrans" cxnId="{6150CD05-899F-4D51-8507-0E46F7366542}">
      <dgm:prSet/>
      <dgm:spPr/>
      <dgm:t>
        <a:bodyPr/>
        <a:lstStyle/>
        <a:p>
          <a:endParaRPr lang="en-US"/>
        </a:p>
      </dgm:t>
    </dgm:pt>
    <dgm:pt modelId="{49D3BD4C-F549-4327-B0FE-0CCD6F5C2527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Frühzeitiges Eingreifen nach der 3. Messung ist datenbasiert möglich.</a:t>
          </a:r>
          <a:endParaRPr lang="en-US"/>
        </a:p>
      </dgm:t>
    </dgm:pt>
    <dgm:pt modelId="{79ED87D7-8D69-43B3-BA3B-F341AD5A269F}" type="parTrans" cxnId="{9936B6F3-09FB-48E7-B81A-87D7457866A8}">
      <dgm:prSet/>
      <dgm:spPr/>
      <dgm:t>
        <a:bodyPr/>
        <a:lstStyle/>
        <a:p>
          <a:endParaRPr lang="en-US"/>
        </a:p>
      </dgm:t>
    </dgm:pt>
    <dgm:pt modelId="{CAC78442-3534-42C6-997C-50019C526D6B}" type="sibTrans" cxnId="{9936B6F3-09FB-48E7-B81A-87D7457866A8}">
      <dgm:prSet/>
      <dgm:spPr/>
      <dgm:t>
        <a:bodyPr/>
        <a:lstStyle/>
        <a:p>
          <a:endParaRPr lang="en-US"/>
        </a:p>
      </dgm:t>
    </dgm:pt>
    <dgm:pt modelId="{19527D8C-D679-46F9-9D0F-482113BBA08F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i="1"/>
            <a:t>Fragerunde:</a:t>
          </a:r>
          <a:r>
            <a:rPr lang="de-DE"/>
            <a:t> Tools (Tableau Prep &amp; Orange) sind für Deep-Dives geöffnet!</a:t>
          </a:r>
          <a:endParaRPr lang="en-US"/>
        </a:p>
      </dgm:t>
    </dgm:pt>
    <dgm:pt modelId="{A83C4E68-D739-4DD4-86E8-3769F7D149FA}" type="parTrans" cxnId="{C14C0D54-49AE-42A1-BBFB-243F181C1F74}">
      <dgm:prSet/>
      <dgm:spPr/>
      <dgm:t>
        <a:bodyPr/>
        <a:lstStyle/>
        <a:p>
          <a:endParaRPr lang="en-US"/>
        </a:p>
      </dgm:t>
    </dgm:pt>
    <dgm:pt modelId="{76689CEB-1097-4D57-B450-EBCDE165F3BE}" type="sibTrans" cxnId="{C14C0D54-49AE-42A1-BBFB-243F181C1F74}">
      <dgm:prSet/>
      <dgm:spPr/>
      <dgm:t>
        <a:bodyPr/>
        <a:lstStyle/>
        <a:p>
          <a:endParaRPr lang="en-US"/>
        </a:p>
      </dgm:t>
    </dgm:pt>
    <dgm:pt modelId="{FFC77CEF-BA1F-4E78-93CE-3EE9145F133F}">
      <dgm:prSet/>
      <dgm:spPr/>
      <dgm:t>
        <a:bodyPr/>
        <a:lstStyle/>
        <a:p>
          <a:pPr>
            <a:lnSpc>
              <a:spcPct val="100000"/>
            </a:lnSpc>
          </a:pPr>
          <a:r>
            <a:rPr lang="de-CH"/>
            <a:t>Kleine Datenbasis; nur ~230 Kampagnen, erhöhtes Overfitting-Risiko</a:t>
          </a:r>
        </a:p>
        <a:p>
          <a:pPr>
            <a:lnSpc>
              <a:spcPct val="100000"/>
            </a:lnSpc>
          </a:pPr>
          <a:r>
            <a:rPr lang="de-CH"/>
            <a:t>Empfehlung; mehr historische Kampagnendaten = robusteres Modell</a:t>
          </a:r>
        </a:p>
        <a:p>
          <a:pPr>
            <a:lnSpc>
              <a:spcPct val="100000"/>
            </a:lnSpc>
          </a:pPr>
          <a:endParaRPr lang="de-CH"/>
        </a:p>
        <a:p>
          <a:pPr>
            <a:lnSpc>
              <a:spcPct val="100000"/>
            </a:lnSpc>
          </a:pPr>
          <a:endParaRPr lang="de-CH"/>
        </a:p>
      </dgm:t>
    </dgm:pt>
    <dgm:pt modelId="{CD7779E1-7025-4595-A1A6-E1AC6F8FDEB1}" type="sibTrans" cxnId="{E7846AC6-7848-4F8F-A739-D6620E0AC4B8}">
      <dgm:prSet/>
      <dgm:spPr/>
      <dgm:t>
        <a:bodyPr/>
        <a:lstStyle/>
        <a:p>
          <a:endParaRPr lang="de-CH"/>
        </a:p>
      </dgm:t>
    </dgm:pt>
    <dgm:pt modelId="{ECD3B958-BAE9-423B-9BA2-81CDEA9D322C}" type="parTrans" cxnId="{E7846AC6-7848-4F8F-A739-D6620E0AC4B8}">
      <dgm:prSet/>
      <dgm:spPr/>
      <dgm:t>
        <a:bodyPr/>
        <a:lstStyle/>
        <a:p>
          <a:endParaRPr lang="de-CH"/>
        </a:p>
      </dgm:t>
    </dgm:pt>
    <dgm:pt modelId="{52509DE3-94D3-4442-86B3-5C0876197EAD}" type="pres">
      <dgm:prSet presAssocID="{16F567FC-77E2-4D8D-AC83-8BA9BBC867B1}" presName="root" presStyleCnt="0">
        <dgm:presLayoutVars>
          <dgm:dir/>
          <dgm:resizeHandles val="exact"/>
        </dgm:presLayoutVars>
      </dgm:prSet>
      <dgm:spPr/>
    </dgm:pt>
    <dgm:pt modelId="{C41010D9-38FC-4DE9-9D74-F371B95519E3}" type="pres">
      <dgm:prSet presAssocID="{9F8AA98D-1A40-4BA5-8E10-AE5E71C6CBFD}" presName="compNode" presStyleCnt="0"/>
      <dgm:spPr/>
    </dgm:pt>
    <dgm:pt modelId="{11172950-5837-405A-A8FD-A82829201245}" type="pres">
      <dgm:prSet presAssocID="{9F8AA98D-1A40-4BA5-8E10-AE5E71C6CBFD}" presName="iconRect" presStyleLbl="node1" presStyleIdx="0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mbition Silhouette"/>
        </a:ext>
      </dgm:extLst>
    </dgm:pt>
    <dgm:pt modelId="{886191C8-BAD1-4565-9BFD-179119E14CEE}" type="pres">
      <dgm:prSet presAssocID="{9F8AA98D-1A40-4BA5-8E10-AE5E71C6CBFD}" presName="spaceRect" presStyleCnt="0"/>
      <dgm:spPr/>
    </dgm:pt>
    <dgm:pt modelId="{61A4B676-1A92-41B2-AADD-B3C9B43A49B6}" type="pres">
      <dgm:prSet presAssocID="{9F8AA98D-1A40-4BA5-8E10-AE5E71C6CBFD}" presName="textRect" presStyleLbl="revTx" presStyleIdx="0" presStyleCnt="4">
        <dgm:presLayoutVars>
          <dgm:chMax val="1"/>
          <dgm:chPref val="1"/>
        </dgm:presLayoutVars>
      </dgm:prSet>
      <dgm:spPr/>
    </dgm:pt>
    <dgm:pt modelId="{2DEE05A4-7706-49C7-9F3C-703A28DF8CDD}" type="pres">
      <dgm:prSet presAssocID="{8EFEDCE0-5785-4A56-960B-71AFAB533E9E}" presName="sibTrans" presStyleCnt="0"/>
      <dgm:spPr/>
    </dgm:pt>
    <dgm:pt modelId="{ECC8DBA0-6C8F-4C81-BEB3-82F64E85ED2F}" type="pres">
      <dgm:prSet presAssocID="{49D3BD4C-F549-4327-B0FE-0CCD6F5C2527}" presName="compNode" presStyleCnt="0"/>
      <dgm:spPr/>
    </dgm:pt>
    <dgm:pt modelId="{425E11B5-6B53-429B-9F90-8AA6A32B755A}" type="pres">
      <dgm:prSet presAssocID="{49D3BD4C-F549-4327-B0FE-0CCD6F5C2527}" presName="iconRect" presStyleLbl="node1" presStyleIdx="1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hr Silhouette"/>
        </a:ext>
      </dgm:extLst>
    </dgm:pt>
    <dgm:pt modelId="{C9D74D86-622E-4CDE-B597-9D18936F42AB}" type="pres">
      <dgm:prSet presAssocID="{49D3BD4C-F549-4327-B0FE-0CCD6F5C2527}" presName="spaceRect" presStyleCnt="0"/>
      <dgm:spPr/>
    </dgm:pt>
    <dgm:pt modelId="{DD7E7F36-197C-4AB1-8851-536F34BF5C4D}" type="pres">
      <dgm:prSet presAssocID="{49D3BD4C-F549-4327-B0FE-0CCD6F5C2527}" presName="textRect" presStyleLbl="revTx" presStyleIdx="1" presStyleCnt="4">
        <dgm:presLayoutVars>
          <dgm:chMax val="1"/>
          <dgm:chPref val="1"/>
        </dgm:presLayoutVars>
      </dgm:prSet>
      <dgm:spPr/>
    </dgm:pt>
    <dgm:pt modelId="{BDB08E2D-E91A-4D5D-BA48-3D3C8E53BA40}" type="pres">
      <dgm:prSet presAssocID="{CAC78442-3534-42C6-997C-50019C526D6B}" presName="sibTrans" presStyleCnt="0"/>
      <dgm:spPr/>
    </dgm:pt>
    <dgm:pt modelId="{EF5E8CE5-3C80-426B-B438-FC6C451FB960}" type="pres">
      <dgm:prSet presAssocID="{19527D8C-D679-46F9-9D0F-482113BBA08F}" presName="compNode" presStyleCnt="0"/>
      <dgm:spPr/>
    </dgm:pt>
    <dgm:pt modelId="{D03743D8-D7E4-4AB9-B58F-70D810528B70}" type="pres">
      <dgm:prSet presAssocID="{19527D8C-D679-46F9-9D0F-482113BBA08F}" presName="iconRect" presStyleLbl="node1" presStyleIdx="2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undenbewertung Silhouette"/>
        </a:ext>
      </dgm:extLst>
    </dgm:pt>
    <dgm:pt modelId="{784A5D5D-BC66-4698-846A-28E7667BAC0B}" type="pres">
      <dgm:prSet presAssocID="{19527D8C-D679-46F9-9D0F-482113BBA08F}" presName="spaceRect" presStyleCnt="0"/>
      <dgm:spPr/>
    </dgm:pt>
    <dgm:pt modelId="{70DAC879-E333-4175-A378-C77409BBBB14}" type="pres">
      <dgm:prSet presAssocID="{19527D8C-D679-46F9-9D0F-482113BBA08F}" presName="textRect" presStyleLbl="revTx" presStyleIdx="2" presStyleCnt="4">
        <dgm:presLayoutVars>
          <dgm:chMax val="1"/>
          <dgm:chPref val="1"/>
        </dgm:presLayoutVars>
      </dgm:prSet>
      <dgm:spPr/>
    </dgm:pt>
    <dgm:pt modelId="{4495575A-4CBD-4A4C-B852-9A5AD37FB028}" type="pres">
      <dgm:prSet presAssocID="{76689CEB-1097-4D57-B450-EBCDE165F3BE}" presName="sibTrans" presStyleCnt="0"/>
      <dgm:spPr/>
    </dgm:pt>
    <dgm:pt modelId="{A17D45CE-C268-4330-ABFA-55C8A173D864}" type="pres">
      <dgm:prSet presAssocID="{FFC77CEF-BA1F-4E78-93CE-3EE9145F133F}" presName="compNode" presStyleCnt="0"/>
      <dgm:spPr/>
    </dgm:pt>
    <dgm:pt modelId="{4C3F200E-6CBF-47FA-847C-97229838614C}" type="pres">
      <dgm:prSet presAssocID="{FFC77CEF-BA1F-4E78-93CE-3EE9145F133F}" presName="iconRect" presStyleLbl="node1" presStyleIdx="3" presStyleCnt="4" custLinFactNeighborX="-2068" custLinFactNeighborY="7630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solidFill>
            <a:schemeClr val="tx2"/>
          </a:solidFill>
        </a:ln>
      </dgm:spPr>
      <dgm:extLst>
        <a:ext uri="{E40237B7-FDA0-4F09-8148-C483321AD2D9}">
          <dgm14:cNvPr xmlns:dgm14="http://schemas.microsoft.com/office/drawing/2010/diagram" id="0" name="" descr="Statistiken mit einfarbiger Füllung"/>
        </a:ext>
      </dgm:extLst>
    </dgm:pt>
    <dgm:pt modelId="{75AACFD9-F98D-4673-99A4-9445162162FD}" type="pres">
      <dgm:prSet presAssocID="{FFC77CEF-BA1F-4E78-93CE-3EE9145F133F}" presName="spaceRect" presStyleCnt="0"/>
      <dgm:spPr/>
    </dgm:pt>
    <dgm:pt modelId="{824D82FE-0CE5-451C-9295-52B656AD3562}" type="pres">
      <dgm:prSet presAssocID="{FFC77CEF-BA1F-4E78-93CE-3EE9145F133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150CD05-899F-4D51-8507-0E46F7366542}" srcId="{16F567FC-77E2-4D8D-AC83-8BA9BBC867B1}" destId="{9F8AA98D-1A40-4BA5-8E10-AE5E71C6CBFD}" srcOrd="0" destOrd="0" parTransId="{7E7C892F-FBCD-4361-95EB-BF3DF45382DD}" sibTransId="{8EFEDCE0-5785-4A56-960B-71AFAB533E9E}"/>
    <dgm:cxn modelId="{795CE10A-536D-4274-BE01-627060426E18}" type="presOf" srcId="{19527D8C-D679-46F9-9D0F-482113BBA08F}" destId="{70DAC879-E333-4175-A378-C77409BBBB14}" srcOrd="0" destOrd="0" presId="urn:microsoft.com/office/officeart/2018/2/layout/IconLabelList"/>
    <dgm:cxn modelId="{8C4F2C23-95CB-4965-8134-FCCD45DD16D4}" type="presOf" srcId="{FFC77CEF-BA1F-4E78-93CE-3EE9145F133F}" destId="{824D82FE-0CE5-451C-9295-52B656AD3562}" srcOrd="0" destOrd="0" presId="urn:microsoft.com/office/officeart/2018/2/layout/IconLabelList"/>
    <dgm:cxn modelId="{C14C0D54-49AE-42A1-BBFB-243F181C1F74}" srcId="{16F567FC-77E2-4D8D-AC83-8BA9BBC867B1}" destId="{19527D8C-D679-46F9-9D0F-482113BBA08F}" srcOrd="2" destOrd="0" parTransId="{A83C4E68-D739-4DD4-86E8-3769F7D149FA}" sibTransId="{76689CEB-1097-4D57-B450-EBCDE165F3BE}"/>
    <dgm:cxn modelId="{3A04BC75-3EA2-49D5-9D33-B9AFEA930A18}" type="presOf" srcId="{9F8AA98D-1A40-4BA5-8E10-AE5E71C6CBFD}" destId="{61A4B676-1A92-41B2-AADD-B3C9B43A49B6}" srcOrd="0" destOrd="0" presId="urn:microsoft.com/office/officeart/2018/2/layout/IconLabelList"/>
    <dgm:cxn modelId="{8F740156-5E56-4E3F-8906-65F893A2B523}" type="presOf" srcId="{16F567FC-77E2-4D8D-AC83-8BA9BBC867B1}" destId="{52509DE3-94D3-4442-86B3-5C0876197EAD}" srcOrd="0" destOrd="0" presId="urn:microsoft.com/office/officeart/2018/2/layout/IconLabelList"/>
    <dgm:cxn modelId="{28A09CA8-2209-4582-B356-8142F07C467D}" type="presOf" srcId="{49D3BD4C-F549-4327-B0FE-0CCD6F5C2527}" destId="{DD7E7F36-197C-4AB1-8851-536F34BF5C4D}" srcOrd="0" destOrd="0" presId="urn:microsoft.com/office/officeart/2018/2/layout/IconLabelList"/>
    <dgm:cxn modelId="{E7846AC6-7848-4F8F-A739-D6620E0AC4B8}" srcId="{16F567FC-77E2-4D8D-AC83-8BA9BBC867B1}" destId="{FFC77CEF-BA1F-4E78-93CE-3EE9145F133F}" srcOrd="3" destOrd="0" parTransId="{ECD3B958-BAE9-423B-9BA2-81CDEA9D322C}" sibTransId="{CD7779E1-7025-4595-A1A6-E1AC6F8FDEB1}"/>
    <dgm:cxn modelId="{9936B6F3-09FB-48E7-B81A-87D7457866A8}" srcId="{16F567FC-77E2-4D8D-AC83-8BA9BBC867B1}" destId="{49D3BD4C-F549-4327-B0FE-0CCD6F5C2527}" srcOrd="1" destOrd="0" parTransId="{79ED87D7-8D69-43B3-BA3B-F341AD5A269F}" sibTransId="{CAC78442-3534-42C6-997C-50019C526D6B}"/>
    <dgm:cxn modelId="{6687C8B7-E06E-4504-A4C1-59F39C488D75}" type="presParOf" srcId="{52509DE3-94D3-4442-86B3-5C0876197EAD}" destId="{C41010D9-38FC-4DE9-9D74-F371B95519E3}" srcOrd="0" destOrd="0" presId="urn:microsoft.com/office/officeart/2018/2/layout/IconLabelList"/>
    <dgm:cxn modelId="{59D19CAB-A916-4C09-AC09-0C1AF536913C}" type="presParOf" srcId="{C41010D9-38FC-4DE9-9D74-F371B95519E3}" destId="{11172950-5837-405A-A8FD-A82829201245}" srcOrd="0" destOrd="0" presId="urn:microsoft.com/office/officeart/2018/2/layout/IconLabelList"/>
    <dgm:cxn modelId="{C3F350E6-316A-4FA8-9ABF-170653F51C1E}" type="presParOf" srcId="{C41010D9-38FC-4DE9-9D74-F371B95519E3}" destId="{886191C8-BAD1-4565-9BFD-179119E14CEE}" srcOrd="1" destOrd="0" presId="urn:microsoft.com/office/officeart/2018/2/layout/IconLabelList"/>
    <dgm:cxn modelId="{11561666-4E3F-4DFC-9F87-632C51B54664}" type="presParOf" srcId="{C41010D9-38FC-4DE9-9D74-F371B95519E3}" destId="{61A4B676-1A92-41B2-AADD-B3C9B43A49B6}" srcOrd="2" destOrd="0" presId="urn:microsoft.com/office/officeart/2018/2/layout/IconLabelList"/>
    <dgm:cxn modelId="{9363420E-E102-41D4-9691-C8F5086BF1E9}" type="presParOf" srcId="{52509DE3-94D3-4442-86B3-5C0876197EAD}" destId="{2DEE05A4-7706-49C7-9F3C-703A28DF8CDD}" srcOrd="1" destOrd="0" presId="urn:microsoft.com/office/officeart/2018/2/layout/IconLabelList"/>
    <dgm:cxn modelId="{8B1C4516-F5E6-477D-8110-117A947B9474}" type="presParOf" srcId="{52509DE3-94D3-4442-86B3-5C0876197EAD}" destId="{ECC8DBA0-6C8F-4C81-BEB3-82F64E85ED2F}" srcOrd="2" destOrd="0" presId="urn:microsoft.com/office/officeart/2018/2/layout/IconLabelList"/>
    <dgm:cxn modelId="{50A854C8-3193-4E50-AB4C-6D7C4779E1B7}" type="presParOf" srcId="{ECC8DBA0-6C8F-4C81-BEB3-82F64E85ED2F}" destId="{425E11B5-6B53-429B-9F90-8AA6A32B755A}" srcOrd="0" destOrd="0" presId="urn:microsoft.com/office/officeart/2018/2/layout/IconLabelList"/>
    <dgm:cxn modelId="{468F60D5-9605-4E09-B27E-4EB422E72EAE}" type="presParOf" srcId="{ECC8DBA0-6C8F-4C81-BEB3-82F64E85ED2F}" destId="{C9D74D86-622E-4CDE-B597-9D18936F42AB}" srcOrd="1" destOrd="0" presId="urn:microsoft.com/office/officeart/2018/2/layout/IconLabelList"/>
    <dgm:cxn modelId="{D37CDF67-806F-41F3-9120-37706B46E99D}" type="presParOf" srcId="{ECC8DBA0-6C8F-4C81-BEB3-82F64E85ED2F}" destId="{DD7E7F36-197C-4AB1-8851-536F34BF5C4D}" srcOrd="2" destOrd="0" presId="urn:microsoft.com/office/officeart/2018/2/layout/IconLabelList"/>
    <dgm:cxn modelId="{5B27987D-5AA8-4042-82D8-3EE99CB66F8C}" type="presParOf" srcId="{52509DE3-94D3-4442-86B3-5C0876197EAD}" destId="{BDB08E2D-E91A-4D5D-BA48-3D3C8E53BA40}" srcOrd="3" destOrd="0" presId="urn:microsoft.com/office/officeart/2018/2/layout/IconLabelList"/>
    <dgm:cxn modelId="{357E30D5-47F5-4090-A178-DDB6BA2919D5}" type="presParOf" srcId="{52509DE3-94D3-4442-86B3-5C0876197EAD}" destId="{EF5E8CE5-3C80-426B-B438-FC6C451FB960}" srcOrd="4" destOrd="0" presId="urn:microsoft.com/office/officeart/2018/2/layout/IconLabelList"/>
    <dgm:cxn modelId="{90A089EF-5614-4B3D-B930-8AA2A454F077}" type="presParOf" srcId="{EF5E8CE5-3C80-426B-B438-FC6C451FB960}" destId="{D03743D8-D7E4-4AB9-B58F-70D810528B70}" srcOrd="0" destOrd="0" presId="urn:microsoft.com/office/officeart/2018/2/layout/IconLabelList"/>
    <dgm:cxn modelId="{B6DC8FCE-F576-4111-8032-C4A15C193B25}" type="presParOf" srcId="{EF5E8CE5-3C80-426B-B438-FC6C451FB960}" destId="{784A5D5D-BC66-4698-846A-28E7667BAC0B}" srcOrd="1" destOrd="0" presId="urn:microsoft.com/office/officeart/2018/2/layout/IconLabelList"/>
    <dgm:cxn modelId="{B2EEA289-3D89-4B92-9C1A-EFF757AC56F3}" type="presParOf" srcId="{EF5E8CE5-3C80-426B-B438-FC6C451FB960}" destId="{70DAC879-E333-4175-A378-C77409BBBB14}" srcOrd="2" destOrd="0" presId="urn:microsoft.com/office/officeart/2018/2/layout/IconLabelList"/>
    <dgm:cxn modelId="{A5A6E433-B9E5-41A6-A91C-DE1C9B6D88C8}" type="presParOf" srcId="{52509DE3-94D3-4442-86B3-5C0876197EAD}" destId="{4495575A-4CBD-4A4C-B852-9A5AD37FB028}" srcOrd="5" destOrd="0" presId="urn:microsoft.com/office/officeart/2018/2/layout/IconLabelList"/>
    <dgm:cxn modelId="{3DA2C246-E13F-4EFA-9B58-5C49D4A9610B}" type="presParOf" srcId="{52509DE3-94D3-4442-86B3-5C0876197EAD}" destId="{A17D45CE-C268-4330-ABFA-55C8A173D864}" srcOrd="6" destOrd="0" presId="urn:microsoft.com/office/officeart/2018/2/layout/IconLabelList"/>
    <dgm:cxn modelId="{AA9CC43C-79A6-43A4-B87A-F6EF1F5C225E}" type="presParOf" srcId="{A17D45CE-C268-4330-ABFA-55C8A173D864}" destId="{4C3F200E-6CBF-47FA-847C-97229838614C}" srcOrd="0" destOrd="0" presId="urn:microsoft.com/office/officeart/2018/2/layout/IconLabelList"/>
    <dgm:cxn modelId="{7EB65416-B9FB-41BD-AF2B-75DB45FFA058}" type="presParOf" srcId="{A17D45CE-C268-4330-ABFA-55C8A173D864}" destId="{75AACFD9-F98D-4673-99A4-9445162162FD}" srcOrd="1" destOrd="0" presId="urn:microsoft.com/office/officeart/2018/2/layout/IconLabelList"/>
    <dgm:cxn modelId="{D90F86D7-B9F7-466B-A6A6-6EFECCCAB890}" type="presParOf" srcId="{A17D45CE-C268-4330-ABFA-55C8A173D864}" destId="{824D82FE-0CE5-451C-9295-52B656AD356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2E2F4D-478B-43F3-8BAC-9D8867D8B940}">
      <dsp:nvSpPr>
        <dsp:cNvPr id="0" name=""/>
        <dsp:cNvSpPr/>
      </dsp:nvSpPr>
      <dsp:spPr>
        <a:xfrm>
          <a:off x="1670" y="675610"/>
          <a:ext cx="751570" cy="75157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96E6EE-F6FD-42E9-A2D0-9D9E66481122}">
      <dsp:nvSpPr>
        <dsp:cNvPr id="0" name=""/>
        <dsp:cNvSpPr/>
      </dsp:nvSpPr>
      <dsp:spPr>
        <a:xfrm>
          <a:off x="1670" y="1509054"/>
          <a:ext cx="2147343" cy="3221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CH" sz="2000" kern="1200"/>
            <a:t>Encore Events: </a:t>
          </a:r>
          <a:endParaRPr lang="en-US" sz="2000" kern="1200"/>
        </a:p>
      </dsp:txBody>
      <dsp:txXfrm>
        <a:off x="1670" y="1509054"/>
        <a:ext cx="2147343" cy="322101"/>
      </dsp:txXfrm>
    </dsp:sp>
    <dsp:sp modelId="{A44B9D7E-3DDB-4C86-B89E-31B6059C333A}">
      <dsp:nvSpPr>
        <dsp:cNvPr id="0" name=""/>
        <dsp:cNvSpPr/>
      </dsp:nvSpPr>
      <dsp:spPr>
        <a:xfrm>
          <a:off x="1670" y="1869236"/>
          <a:ext cx="2147343" cy="7104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500" kern="1200"/>
            <a:t>Marketingkampagnen für Sport-, Kultur- &amp; Business-Events</a:t>
          </a:r>
          <a:endParaRPr lang="en-US" sz="1500" kern="1200"/>
        </a:p>
      </dsp:txBody>
      <dsp:txXfrm>
        <a:off x="1670" y="1869236"/>
        <a:ext cx="2147343" cy="710416"/>
      </dsp:txXfrm>
    </dsp:sp>
    <dsp:sp modelId="{E0B46E24-8270-4FD5-97BB-E823FD7BCB3A}">
      <dsp:nvSpPr>
        <dsp:cNvPr id="0" name=""/>
        <dsp:cNvSpPr/>
      </dsp:nvSpPr>
      <dsp:spPr>
        <a:xfrm>
          <a:off x="2524799" y="675610"/>
          <a:ext cx="751570" cy="7515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34C7A9-C250-447C-8C6A-DCAF852C50DF}">
      <dsp:nvSpPr>
        <dsp:cNvPr id="0" name=""/>
        <dsp:cNvSpPr/>
      </dsp:nvSpPr>
      <dsp:spPr>
        <a:xfrm>
          <a:off x="2524799" y="1509054"/>
          <a:ext cx="2147343" cy="3221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CH" sz="2000" kern="1200"/>
            <a:t>Kanäle: </a:t>
          </a:r>
          <a:endParaRPr lang="en-US" sz="2000" kern="1200"/>
        </a:p>
      </dsp:txBody>
      <dsp:txXfrm>
        <a:off x="2524799" y="1509054"/>
        <a:ext cx="2147343" cy="322101"/>
      </dsp:txXfrm>
    </dsp:sp>
    <dsp:sp modelId="{53438BAE-8D14-4B6A-90A0-50C474F76390}">
      <dsp:nvSpPr>
        <dsp:cNvPr id="0" name=""/>
        <dsp:cNvSpPr/>
      </dsp:nvSpPr>
      <dsp:spPr>
        <a:xfrm>
          <a:off x="2524799" y="1869236"/>
          <a:ext cx="2147343" cy="7104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500" kern="1200"/>
            <a:t>Google, Facebook, Instagram</a:t>
          </a:r>
          <a:endParaRPr lang="en-US" sz="1500" kern="1200"/>
        </a:p>
      </dsp:txBody>
      <dsp:txXfrm>
        <a:off x="2524799" y="1869236"/>
        <a:ext cx="2147343" cy="710416"/>
      </dsp:txXfrm>
    </dsp:sp>
    <dsp:sp modelId="{E0E7B46B-2B86-4C10-B9F1-39D0588FA22C}">
      <dsp:nvSpPr>
        <dsp:cNvPr id="0" name=""/>
        <dsp:cNvSpPr/>
      </dsp:nvSpPr>
      <dsp:spPr>
        <a:xfrm>
          <a:off x="5047928" y="675610"/>
          <a:ext cx="751570" cy="7515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1A1923-252F-4F16-A1C4-040A8D69BE74}">
      <dsp:nvSpPr>
        <dsp:cNvPr id="0" name=""/>
        <dsp:cNvSpPr/>
      </dsp:nvSpPr>
      <dsp:spPr>
        <a:xfrm>
          <a:off x="5047928" y="1509054"/>
          <a:ext cx="2147343" cy="3221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CH" sz="2000" kern="1200"/>
            <a:t>Ziel: </a:t>
          </a:r>
          <a:endParaRPr lang="en-US" sz="2000" kern="1200"/>
        </a:p>
      </dsp:txBody>
      <dsp:txXfrm>
        <a:off x="5047928" y="1509054"/>
        <a:ext cx="2147343" cy="322101"/>
      </dsp:txXfrm>
    </dsp:sp>
    <dsp:sp modelId="{20E5D94E-8580-47D4-AEDE-9AF9ADD974E7}">
      <dsp:nvSpPr>
        <dsp:cNvPr id="0" name=""/>
        <dsp:cNvSpPr/>
      </dsp:nvSpPr>
      <dsp:spPr>
        <a:xfrm>
          <a:off x="5047928" y="1869236"/>
          <a:ext cx="2147343" cy="7104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500" kern="1200"/>
            <a:t>möglichst viele Menschen erreichen.</a:t>
          </a:r>
          <a:endParaRPr lang="en-US" sz="1500" kern="1200"/>
        </a:p>
      </dsp:txBody>
      <dsp:txXfrm>
        <a:off x="5047928" y="1869236"/>
        <a:ext cx="2147343" cy="710416"/>
      </dsp:txXfrm>
    </dsp:sp>
    <dsp:sp modelId="{072E25DA-86FC-4582-8677-78A7AE125517}">
      <dsp:nvSpPr>
        <dsp:cNvPr id="0" name=""/>
        <dsp:cNvSpPr/>
      </dsp:nvSpPr>
      <dsp:spPr>
        <a:xfrm>
          <a:off x="7571057" y="675610"/>
          <a:ext cx="751570" cy="7515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D0847C-B8D8-4B46-AD5C-1414B3EAB3B6}">
      <dsp:nvSpPr>
        <dsp:cNvPr id="0" name=""/>
        <dsp:cNvSpPr/>
      </dsp:nvSpPr>
      <dsp:spPr>
        <a:xfrm>
          <a:off x="7571057" y="1509054"/>
          <a:ext cx="2147343" cy="3221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CH" sz="2000" kern="1200"/>
            <a:t>Problem: </a:t>
          </a:r>
          <a:endParaRPr lang="en-US" sz="2000" kern="1200"/>
        </a:p>
      </dsp:txBody>
      <dsp:txXfrm>
        <a:off x="7571057" y="1509054"/>
        <a:ext cx="2147343" cy="322101"/>
      </dsp:txXfrm>
    </dsp:sp>
    <dsp:sp modelId="{6FEC75B2-7D87-4EE8-9BFC-7544CCA131DC}">
      <dsp:nvSpPr>
        <dsp:cNvPr id="0" name=""/>
        <dsp:cNvSpPr/>
      </dsp:nvSpPr>
      <dsp:spPr>
        <a:xfrm>
          <a:off x="7571057" y="1869236"/>
          <a:ext cx="2147343" cy="7104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500" kern="1200"/>
            <a:t>Nicht jede Kampagne läuft wie geplant </a:t>
          </a:r>
          <a:endParaRPr lang="en-US" sz="1500" kern="1200"/>
        </a:p>
      </dsp:txBody>
      <dsp:txXfrm>
        <a:off x="7571057" y="1869236"/>
        <a:ext cx="2147343" cy="7104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588AA5-BBF6-4F92-AC6F-87B3E3A139AB}">
      <dsp:nvSpPr>
        <dsp:cNvPr id="0" name=""/>
        <dsp:cNvSpPr/>
      </dsp:nvSpPr>
      <dsp:spPr>
        <a:xfrm>
          <a:off x="0" y="1964724"/>
          <a:ext cx="9720072" cy="12890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b="0" i="1" kern="1200"/>
            <a:t>Der Mehrwert für Encore Events:</a:t>
          </a:r>
          <a:endParaRPr lang="en-US" sz="2400" kern="1200"/>
        </a:p>
      </dsp:txBody>
      <dsp:txXfrm>
        <a:off x="0" y="1964724"/>
        <a:ext cx="9720072" cy="696098"/>
      </dsp:txXfrm>
    </dsp:sp>
    <dsp:sp modelId="{E942897A-1C02-44AB-A1D6-C20F41B56EE2}">
      <dsp:nvSpPr>
        <dsp:cNvPr id="0" name=""/>
        <dsp:cNvSpPr/>
      </dsp:nvSpPr>
      <dsp:spPr>
        <a:xfrm>
          <a:off x="4746" y="2635041"/>
          <a:ext cx="3236859" cy="59297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b="0" i="0" kern="1200"/>
            <a:t>Gefährdete Kampagnen frühzeitig erkennen.</a:t>
          </a:r>
          <a:endParaRPr lang="en-US" sz="1600" kern="1200"/>
        </a:p>
      </dsp:txBody>
      <dsp:txXfrm>
        <a:off x="4746" y="2635041"/>
        <a:ext cx="3236859" cy="592973"/>
      </dsp:txXfrm>
    </dsp:sp>
    <dsp:sp modelId="{5105D9CD-0985-4741-BE41-E5606011EC00}">
      <dsp:nvSpPr>
        <dsp:cNvPr id="0" name=""/>
        <dsp:cNvSpPr/>
      </dsp:nvSpPr>
      <dsp:spPr>
        <a:xfrm>
          <a:off x="3241606" y="2635041"/>
          <a:ext cx="3236859" cy="59297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b="0" i="0" kern="1200"/>
            <a:t>Gezielte Massnahmen ergreifen (Budgeterhöhung, neue Kanäle).</a:t>
          </a:r>
          <a:endParaRPr lang="en-US" sz="1600" kern="1200"/>
        </a:p>
      </dsp:txBody>
      <dsp:txXfrm>
        <a:off x="3241606" y="2635041"/>
        <a:ext cx="3236859" cy="592973"/>
      </dsp:txXfrm>
    </dsp:sp>
    <dsp:sp modelId="{6861FF29-F594-407F-85BB-503EDC6EE263}">
      <dsp:nvSpPr>
        <dsp:cNvPr id="0" name=""/>
        <dsp:cNvSpPr/>
      </dsp:nvSpPr>
      <dsp:spPr>
        <a:xfrm>
          <a:off x="6478465" y="2635041"/>
          <a:ext cx="3236859" cy="59297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b="0" i="0" kern="1200"/>
            <a:t>Effizienterer Ressourceneinsatz und Reduktion von Streuverlusten.</a:t>
          </a:r>
          <a:endParaRPr lang="en-US" sz="1600" kern="1200"/>
        </a:p>
      </dsp:txBody>
      <dsp:txXfrm>
        <a:off x="6478465" y="2635041"/>
        <a:ext cx="3236859" cy="592973"/>
      </dsp:txXfrm>
    </dsp:sp>
    <dsp:sp modelId="{00310547-65AC-460F-BEAE-8FBEDA5F7214}">
      <dsp:nvSpPr>
        <dsp:cNvPr id="0" name=""/>
        <dsp:cNvSpPr/>
      </dsp:nvSpPr>
      <dsp:spPr>
        <a:xfrm rot="10800000">
          <a:off x="0" y="1467"/>
          <a:ext cx="9720072" cy="1982592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b="0" i="1" kern="1200"/>
            <a:t>Lösung:</a:t>
          </a:r>
          <a:r>
            <a:rPr lang="de-DE" sz="2400" b="0" i="0" kern="1200"/>
            <a:t> </a:t>
          </a:r>
          <a:endParaRPr lang="en-US" sz="2400" kern="1200"/>
        </a:p>
      </dsp:txBody>
      <dsp:txXfrm rot="-10800000">
        <a:off x="0" y="1467"/>
        <a:ext cx="9720072" cy="695889"/>
      </dsp:txXfrm>
    </dsp:sp>
    <dsp:sp modelId="{79A824FB-BBD9-4AAB-B056-6D78D1783189}">
      <dsp:nvSpPr>
        <dsp:cNvPr id="0" name=""/>
        <dsp:cNvSpPr/>
      </dsp:nvSpPr>
      <dsp:spPr>
        <a:xfrm>
          <a:off x="0" y="697357"/>
          <a:ext cx="9720072" cy="59279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b="0" i="0" kern="1200"/>
            <a:t>Ein Machine-Learning-Modell zur datenbasierten Erfolgsprognose.</a:t>
          </a:r>
          <a:endParaRPr lang="en-US" sz="1600" kern="1200"/>
        </a:p>
      </dsp:txBody>
      <dsp:txXfrm>
        <a:off x="0" y="697357"/>
        <a:ext cx="9720072" cy="59279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A08BF4-1264-4B62-8950-1207E0323205}">
      <dsp:nvSpPr>
        <dsp:cNvPr id="0" name=""/>
        <dsp:cNvSpPr/>
      </dsp:nvSpPr>
      <dsp:spPr>
        <a:xfrm>
          <a:off x="947356" y="726394"/>
          <a:ext cx="1014398" cy="101439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0BAEB5-1D32-4658-BDE8-FC89E4A35574}">
      <dsp:nvSpPr>
        <dsp:cNvPr id="0" name=""/>
        <dsp:cNvSpPr/>
      </dsp:nvSpPr>
      <dsp:spPr>
        <a:xfrm>
          <a:off x="5414" y="1818299"/>
          <a:ext cx="2898281" cy="434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CH" sz="2700" kern="1200"/>
            <a:t>Daten-Integration </a:t>
          </a:r>
          <a:endParaRPr lang="en-US" sz="2700" kern="1200"/>
        </a:p>
      </dsp:txBody>
      <dsp:txXfrm>
        <a:off x="5414" y="1818299"/>
        <a:ext cx="2898281" cy="434742"/>
      </dsp:txXfrm>
    </dsp:sp>
    <dsp:sp modelId="{DBC96DA1-6DF8-4AFF-AB84-684AB4FC509A}">
      <dsp:nvSpPr>
        <dsp:cNvPr id="0" name=""/>
        <dsp:cNvSpPr/>
      </dsp:nvSpPr>
      <dsp:spPr>
        <a:xfrm>
          <a:off x="5414" y="2289090"/>
          <a:ext cx="2898281" cy="2397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700" kern="1200"/>
            <a:t> </a:t>
          </a:r>
          <a:endParaRPr lang="en-US" sz="1700" kern="1200"/>
        </a:p>
      </dsp:txBody>
      <dsp:txXfrm>
        <a:off x="5414" y="2289090"/>
        <a:ext cx="2898281" cy="239778"/>
      </dsp:txXfrm>
    </dsp:sp>
    <dsp:sp modelId="{E315804A-B26E-4A13-972B-CF8B1445FBE1}">
      <dsp:nvSpPr>
        <dsp:cNvPr id="0" name=""/>
        <dsp:cNvSpPr/>
      </dsp:nvSpPr>
      <dsp:spPr>
        <a:xfrm>
          <a:off x="4352836" y="726394"/>
          <a:ext cx="1014398" cy="101439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821664-F9FC-4404-A39A-46A04AF4FECA}">
      <dsp:nvSpPr>
        <dsp:cNvPr id="0" name=""/>
        <dsp:cNvSpPr/>
      </dsp:nvSpPr>
      <dsp:spPr>
        <a:xfrm>
          <a:off x="3410895" y="1818299"/>
          <a:ext cx="2898281" cy="434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CH" sz="2700" kern="1200"/>
            <a:t>Pivoting</a:t>
          </a:r>
          <a:endParaRPr lang="en-US" sz="2700" kern="1200"/>
        </a:p>
      </dsp:txBody>
      <dsp:txXfrm>
        <a:off x="3410895" y="1818299"/>
        <a:ext cx="2898281" cy="434742"/>
      </dsp:txXfrm>
    </dsp:sp>
    <dsp:sp modelId="{FF0AA6D9-DD7E-488B-9786-EF30F2A3B4AF}">
      <dsp:nvSpPr>
        <dsp:cNvPr id="0" name=""/>
        <dsp:cNvSpPr/>
      </dsp:nvSpPr>
      <dsp:spPr>
        <a:xfrm>
          <a:off x="3410895" y="2289090"/>
          <a:ext cx="2898281" cy="2397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3410895" y="2289090"/>
        <a:ext cx="2898281" cy="239778"/>
      </dsp:txXfrm>
    </dsp:sp>
    <dsp:sp modelId="{21CD488D-AB7E-43C8-94FC-12133F0081E2}">
      <dsp:nvSpPr>
        <dsp:cNvPr id="0" name=""/>
        <dsp:cNvSpPr/>
      </dsp:nvSpPr>
      <dsp:spPr>
        <a:xfrm>
          <a:off x="7786892" y="726394"/>
          <a:ext cx="1014398" cy="1014398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2318F6-F823-4746-83F0-42587818D770}">
      <dsp:nvSpPr>
        <dsp:cNvPr id="0" name=""/>
        <dsp:cNvSpPr/>
      </dsp:nvSpPr>
      <dsp:spPr>
        <a:xfrm>
          <a:off x="6816375" y="1818299"/>
          <a:ext cx="2898281" cy="434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CH" sz="2700" kern="1200"/>
            <a:t>Bereinigung</a:t>
          </a:r>
        </a:p>
      </dsp:txBody>
      <dsp:txXfrm>
        <a:off x="6816375" y="1818299"/>
        <a:ext cx="2898281" cy="434742"/>
      </dsp:txXfrm>
    </dsp:sp>
    <dsp:sp modelId="{52BA9EB7-69DD-4D09-B5F3-68A62ECC1966}">
      <dsp:nvSpPr>
        <dsp:cNvPr id="0" name=""/>
        <dsp:cNvSpPr/>
      </dsp:nvSpPr>
      <dsp:spPr>
        <a:xfrm>
          <a:off x="6816375" y="2289090"/>
          <a:ext cx="2898281" cy="2397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DD9AC4-F11C-4C37-B987-A43E0288B5D1}">
      <dsp:nvSpPr>
        <dsp:cNvPr id="0" name=""/>
        <dsp:cNvSpPr/>
      </dsp:nvSpPr>
      <dsp:spPr>
        <a:xfrm>
          <a:off x="0" y="289152"/>
          <a:ext cx="9720072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4386" tIns="333248" rIns="754386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CH" sz="1600" kern="1200"/>
            <a:t>Stratified 10-Fold Cross Validation (gegen Overfitting) </a:t>
          </a:r>
          <a:endParaRPr lang="en-US" sz="1600" kern="1200"/>
        </a:p>
      </dsp:txBody>
      <dsp:txXfrm>
        <a:off x="0" y="289152"/>
        <a:ext cx="9720072" cy="680400"/>
      </dsp:txXfrm>
    </dsp:sp>
    <dsp:sp modelId="{2633F2DA-7BAD-4A8A-9353-6DF502C080E9}">
      <dsp:nvSpPr>
        <dsp:cNvPr id="0" name=""/>
        <dsp:cNvSpPr/>
      </dsp:nvSpPr>
      <dsp:spPr>
        <a:xfrm>
          <a:off x="486003" y="52992"/>
          <a:ext cx="6804050" cy="472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7177" tIns="0" rIns="257177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600" kern="1200"/>
            <a:t>Evaluation: </a:t>
          </a:r>
          <a:endParaRPr lang="en-US" sz="1600" kern="1200"/>
        </a:p>
      </dsp:txBody>
      <dsp:txXfrm>
        <a:off x="509060" y="76049"/>
        <a:ext cx="6757936" cy="426206"/>
      </dsp:txXfrm>
    </dsp:sp>
    <dsp:sp modelId="{1292D00D-7FC4-42B5-92D2-316C662F6DAD}">
      <dsp:nvSpPr>
        <dsp:cNvPr id="0" name=""/>
        <dsp:cNvSpPr/>
      </dsp:nvSpPr>
      <dsp:spPr>
        <a:xfrm>
          <a:off x="0" y="1292112"/>
          <a:ext cx="9720072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4386" tIns="333248" rIns="754386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CH" sz="1600" kern="1200"/>
            <a:t>Decision Tree, Random Forest, Gradient Boosting, AdaBoost, Neural Network</a:t>
          </a:r>
          <a:endParaRPr lang="en-US" sz="1600" kern="1200"/>
        </a:p>
      </dsp:txBody>
      <dsp:txXfrm>
        <a:off x="0" y="1292112"/>
        <a:ext cx="9720072" cy="680400"/>
      </dsp:txXfrm>
    </dsp:sp>
    <dsp:sp modelId="{1C88B3D5-552A-4368-BE2E-992B90D20FA3}">
      <dsp:nvSpPr>
        <dsp:cNvPr id="0" name=""/>
        <dsp:cNvSpPr/>
      </dsp:nvSpPr>
      <dsp:spPr>
        <a:xfrm>
          <a:off x="486003" y="1055952"/>
          <a:ext cx="6804050" cy="472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7177" tIns="0" rIns="257177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600" kern="1200"/>
            <a:t>Getestete Modelle: </a:t>
          </a:r>
          <a:endParaRPr lang="en-US" sz="1600" kern="1200"/>
        </a:p>
      </dsp:txBody>
      <dsp:txXfrm>
        <a:off x="509060" y="1079009"/>
        <a:ext cx="6757936" cy="426206"/>
      </dsp:txXfrm>
    </dsp:sp>
    <dsp:sp modelId="{44711EA0-856B-4F70-BDFE-04F0A80166DC}">
      <dsp:nvSpPr>
        <dsp:cNvPr id="0" name=""/>
        <dsp:cNvSpPr/>
      </dsp:nvSpPr>
      <dsp:spPr>
        <a:xfrm>
          <a:off x="0" y="2295072"/>
          <a:ext cx="9720072" cy="90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4386" tIns="333248" rIns="754386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CH" sz="1600" kern="1200"/>
            <a:t>MCC (Matthews Correlation Coefficient) wegen Klassen-Unausgeglichenheit, AUC, Accuracy, </a:t>
          </a:r>
          <a:r>
            <a:rPr lang="de-DE" sz="1600" b="0" i="0" kern="1200"/>
            <a:t>Confusion Matrix (Fokus auf wirtschaftliches Risiko)</a:t>
          </a:r>
          <a:endParaRPr lang="en-US" sz="1600" kern="1200"/>
        </a:p>
      </dsp:txBody>
      <dsp:txXfrm>
        <a:off x="0" y="2295072"/>
        <a:ext cx="9720072" cy="907200"/>
      </dsp:txXfrm>
    </dsp:sp>
    <dsp:sp modelId="{A2B624F1-3EA5-41C6-B59E-936706CFEE5C}">
      <dsp:nvSpPr>
        <dsp:cNvPr id="0" name=""/>
        <dsp:cNvSpPr/>
      </dsp:nvSpPr>
      <dsp:spPr>
        <a:xfrm>
          <a:off x="486003" y="2058912"/>
          <a:ext cx="6804050" cy="472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7177" tIns="0" rIns="257177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600" kern="1200"/>
            <a:t>Wichtige Metriken: </a:t>
          </a:r>
          <a:endParaRPr lang="en-US" sz="1600" kern="1200"/>
        </a:p>
      </dsp:txBody>
      <dsp:txXfrm>
        <a:off x="509060" y="2081969"/>
        <a:ext cx="6757936" cy="42620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172950-5837-405A-A8FD-A82829201245}">
      <dsp:nvSpPr>
        <dsp:cNvPr id="0" name=""/>
        <dsp:cNvSpPr/>
      </dsp:nvSpPr>
      <dsp:spPr>
        <a:xfrm>
          <a:off x="1331447" y="250723"/>
          <a:ext cx="798925" cy="798925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A4B676-1A92-41B2-AADD-B3C9B43A49B6}">
      <dsp:nvSpPr>
        <dsp:cNvPr id="0" name=""/>
        <dsp:cNvSpPr/>
      </dsp:nvSpPr>
      <dsp:spPr>
        <a:xfrm>
          <a:off x="843214" y="1462863"/>
          <a:ext cx="1775390" cy="15416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Erfolgreiche Implementierung eines Prognosetools für </a:t>
          </a:r>
          <a:r>
            <a:rPr lang="de-DE" sz="1100" kern="1200" err="1"/>
            <a:t>Encore</a:t>
          </a:r>
          <a:r>
            <a:rPr lang="de-DE" sz="1100" kern="1200"/>
            <a:t> Events.</a:t>
          </a:r>
          <a:endParaRPr lang="en-US" sz="1100" kern="1200"/>
        </a:p>
      </dsp:txBody>
      <dsp:txXfrm>
        <a:off x="843214" y="1462863"/>
        <a:ext cx="1775390" cy="1541677"/>
      </dsp:txXfrm>
    </dsp:sp>
    <dsp:sp modelId="{425E11B5-6B53-429B-9F90-8AA6A32B755A}">
      <dsp:nvSpPr>
        <dsp:cNvPr id="0" name=""/>
        <dsp:cNvSpPr/>
      </dsp:nvSpPr>
      <dsp:spPr>
        <a:xfrm>
          <a:off x="3417531" y="250723"/>
          <a:ext cx="798925" cy="798925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7E7F36-197C-4AB1-8851-536F34BF5C4D}">
      <dsp:nvSpPr>
        <dsp:cNvPr id="0" name=""/>
        <dsp:cNvSpPr/>
      </dsp:nvSpPr>
      <dsp:spPr>
        <a:xfrm>
          <a:off x="2929298" y="1462863"/>
          <a:ext cx="1775390" cy="15416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Frühzeitiges Eingreifen nach der 3. Messung ist datenbasiert möglich.</a:t>
          </a:r>
          <a:endParaRPr lang="en-US" sz="1100" kern="1200"/>
        </a:p>
      </dsp:txBody>
      <dsp:txXfrm>
        <a:off x="2929298" y="1462863"/>
        <a:ext cx="1775390" cy="1541677"/>
      </dsp:txXfrm>
    </dsp:sp>
    <dsp:sp modelId="{D03743D8-D7E4-4AB9-B58F-70D810528B70}">
      <dsp:nvSpPr>
        <dsp:cNvPr id="0" name=""/>
        <dsp:cNvSpPr/>
      </dsp:nvSpPr>
      <dsp:spPr>
        <a:xfrm>
          <a:off x="5503615" y="250723"/>
          <a:ext cx="798925" cy="798925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DAC879-E333-4175-A378-C77409BBBB14}">
      <dsp:nvSpPr>
        <dsp:cNvPr id="0" name=""/>
        <dsp:cNvSpPr/>
      </dsp:nvSpPr>
      <dsp:spPr>
        <a:xfrm>
          <a:off x="5015382" y="1462863"/>
          <a:ext cx="1775390" cy="15416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i="1" kern="1200"/>
            <a:t>Fragerunde:</a:t>
          </a:r>
          <a:r>
            <a:rPr lang="de-DE" sz="1100" kern="1200"/>
            <a:t> Tools (Tableau Prep &amp; Orange) sind für Deep-Dives geöffnet!</a:t>
          </a:r>
          <a:endParaRPr lang="en-US" sz="1100" kern="1200"/>
        </a:p>
      </dsp:txBody>
      <dsp:txXfrm>
        <a:off x="5015382" y="1462863"/>
        <a:ext cx="1775390" cy="1541677"/>
      </dsp:txXfrm>
    </dsp:sp>
    <dsp:sp modelId="{4C3F200E-6CBF-47FA-847C-97229838614C}">
      <dsp:nvSpPr>
        <dsp:cNvPr id="0" name=""/>
        <dsp:cNvSpPr/>
      </dsp:nvSpPr>
      <dsp:spPr>
        <a:xfrm>
          <a:off x="7573177" y="311681"/>
          <a:ext cx="798925" cy="798925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4D82FE-0CE5-451C-9295-52B656AD3562}">
      <dsp:nvSpPr>
        <dsp:cNvPr id="0" name=""/>
        <dsp:cNvSpPr/>
      </dsp:nvSpPr>
      <dsp:spPr>
        <a:xfrm>
          <a:off x="7101466" y="1462863"/>
          <a:ext cx="1775390" cy="15416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100" kern="1200"/>
            <a:t>Kleine Datenbasis; nur ~230 Kampagnen, erhöhtes Overfitting-Risiko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100" kern="1200"/>
            <a:t>Empfehlung; mehr historische Kampagnendaten = robusteres Modell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de-CH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de-CH" sz="1100" kern="1200"/>
        </a:p>
      </dsp:txBody>
      <dsp:txXfrm>
        <a:off x="7101466" y="1462863"/>
        <a:ext cx="1775390" cy="15416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27243D74-B9C1-450A-B0F3-6C6DCB0CF2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2C27C33-9BB1-41D5-A236-12767E7E72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7AB3EA8-A58D-4C92-A3AB-D271CCC294C7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4A7EADB-04A4-4093-B238-438E2C7317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DDD8696-706D-440E-AE04-4C644F0613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22A5DE8-F2C4-4DB3-88D1-656DCD59E73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8243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noProof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AEFB4FA-E877-413E-B608-88789D806C57}" type="datetimeFigureOut">
              <a:rPr lang="en-US" noProof="0" smtClean="0"/>
              <a:t>5/10/2026</a:t>
            </a:fld>
            <a:endParaRPr lang="en-US" noProof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" noProof="0"/>
              <a:t>Textmasterformate bearbeiten</a:t>
            </a:r>
          </a:p>
          <a:p>
            <a:pPr lvl="1" rtl="0"/>
            <a:r>
              <a:rPr lang="de" noProof="0"/>
              <a:t>Zweite Ebene</a:t>
            </a:r>
          </a:p>
          <a:p>
            <a:pPr lvl="2" rtl="0"/>
            <a:r>
              <a:rPr lang="de" noProof="0"/>
              <a:t>Dritte Ebene</a:t>
            </a:r>
          </a:p>
          <a:p>
            <a:pPr lvl="3" rtl="0"/>
            <a:r>
              <a:rPr lang="de" noProof="0"/>
              <a:t>Vierte Ebene</a:t>
            </a:r>
          </a:p>
          <a:p>
            <a:pPr lvl="4" rtl="0"/>
            <a:r>
              <a:rPr lang="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336304E-FDE3-4B4F-A3B7-EBE87F3FA5E2}" type="slidenum">
              <a:rPr lang="en-US" noProof="0" smtClean="0"/>
              <a:t>‹Nr.›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085138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336304E-FDE3-4B4F-A3B7-EBE87F3FA5E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190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 3">
            <a:extLst>
              <a:ext uri="{FF2B5EF4-FFF2-40B4-BE49-F238E27FC236}">
                <a16:creationId xmlns:a16="http://schemas.microsoft.com/office/drawing/2014/main" id="{4FD93970-B13A-F96D-A4B1-3A1EE74841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0"/>
            <a:ext cx="12202379" cy="6857999"/>
          </a:xfrm>
          <a:prstGeom prst="rect">
            <a:avLst/>
          </a:prstGeom>
        </p:spPr>
      </p:pic>
      <p:sp>
        <p:nvSpPr>
          <p:cNvPr id="2" name="Titel 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10954512" cy="3246120"/>
          </a:xfrm>
        </p:spPr>
        <p:txBody>
          <a:bodyPr rtlCol="0" anchor="b">
            <a:noAutofit/>
          </a:bodyPr>
          <a:lstStyle>
            <a:lvl1pPr algn="ctr">
              <a:defRPr sz="6600" b="1" i="0" cap="none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en-US" noProof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758183"/>
            <a:ext cx="10954512" cy="1307592"/>
          </a:xfrm>
        </p:spPr>
        <p:txBody>
          <a:bodyPr rtlCol="0"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/>
              <a:t>Master-Untertitelformat bearbeiten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38849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 01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 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850392"/>
            <a:ext cx="3913632" cy="4800600"/>
          </a:xfrm>
        </p:spPr>
        <p:txBody>
          <a:bodyPr rtlCol="0"/>
          <a:lstStyle>
            <a:lvl1pPr>
              <a:defRPr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965960"/>
            <a:ext cx="4050792" cy="2953512"/>
          </a:xfrm>
        </p:spPr>
        <p:txBody>
          <a:bodyPr rtlCol="0" anchor="ctr" anchorCtr="0"/>
          <a:lstStyle>
            <a:lvl1pPr>
              <a:defRPr cap="all" baseline="0">
                <a:solidFill>
                  <a:schemeClr val="accent2">
                    <a:lumMod val="25000"/>
                  </a:schemeClr>
                </a:solidFill>
              </a:defRPr>
            </a:lvl1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"/>
              <a:t>06.08.20XX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Abgerundetes Rechteck 4">
            <a:extLst>
              <a:ext uri="{FF2B5EF4-FFF2-40B4-BE49-F238E27FC236}">
                <a16:creationId xmlns:a16="http://schemas.microsoft.com/office/drawing/2014/main" id="{906EB944-76A9-6F98-104E-59CD34F5CF94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pic>
        <p:nvPicPr>
          <p:cNvPr id="11" name="Bild 7">
            <a:extLst>
              <a:ext uri="{FF2B5EF4-FFF2-40B4-BE49-F238E27FC236}">
                <a16:creationId xmlns:a16="http://schemas.microsoft.com/office/drawing/2014/main" id="{898C8E3F-6992-0D8A-CCA1-3DD2C147AA8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4756"/>
          <a:stretch/>
        </p:blipFill>
        <p:spPr>
          <a:xfrm>
            <a:off x="8853067" y="1"/>
            <a:ext cx="1875091" cy="1605320"/>
          </a:xfrm>
          <a:prstGeom prst="rect">
            <a:avLst/>
          </a:prstGeom>
        </p:spPr>
      </p:pic>
      <p:pic>
        <p:nvPicPr>
          <p:cNvPr id="13" name="Bild 7">
            <a:extLst>
              <a:ext uri="{FF2B5EF4-FFF2-40B4-BE49-F238E27FC236}">
                <a16:creationId xmlns:a16="http://schemas.microsoft.com/office/drawing/2014/main" id="{4417AC45-4CB7-72E8-3723-B1A3D81FB6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13775" y="5533690"/>
            <a:ext cx="493392" cy="495528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AE5941EF-B160-313A-DA99-73C86EDC4C1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46794"/>
          <a:stretch/>
        </p:blipFill>
        <p:spPr>
          <a:xfrm>
            <a:off x="10316909" y="2723673"/>
            <a:ext cx="1875091" cy="3600981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EEC16221-5852-F1A3-24D1-8EF5E907173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1791"/>
          <a:stretch/>
        </p:blipFill>
        <p:spPr>
          <a:xfrm>
            <a:off x="3497179" y="6324654"/>
            <a:ext cx="910220" cy="541368"/>
          </a:xfrm>
          <a:prstGeom prst="rect">
            <a:avLst/>
          </a:prstGeom>
        </p:spPr>
      </p:pic>
      <p:pic>
        <p:nvPicPr>
          <p:cNvPr id="19" name="Grafik 18">
            <a:extLst>
              <a:ext uri="{FF2B5EF4-FFF2-40B4-BE49-F238E27FC236}">
                <a16:creationId xmlns:a16="http://schemas.microsoft.com/office/drawing/2014/main" id="{5D8B34C3-E35E-0B4E-1F8E-59C449A3C8D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31904"/>
          <a:stretch/>
        </p:blipFill>
        <p:spPr>
          <a:xfrm>
            <a:off x="1601212" y="0"/>
            <a:ext cx="1032928" cy="718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855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umbruch 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 4">
            <a:extLst>
              <a:ext uri="{FF2B5EF4-FFF2-40B4-BE49-F238E27FC236}">
                <a16:creationId xmlns:a16="http://schemas.microsoft.com/office/drawing/2014/main" id="{051FEFCE-5DDA-D353-F1BF-36752F5F07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2917"/>
            <a:ext cx="12197191" cy="6855082"/>
          </a:xfrm>
          <a:prstGeom prst="rect">
            <a:avLst/>
          </a:prstGeom>
        </p:spPr>
      </p:pic>
      <p:sp>
        <p:nvSpPr>
          <p:cNvPr id="2" name="Titel 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824" y="1325880"/>
            <a:ext cx="10460736" cy="2286000"/>
          </a:xfrm>
        </p:spPr>
        <p:txBody>
          <a:bodyPr rtlCol="0" anchor="b">
            <a:noAutofit/>
          </a:bodyPr>
          <a:lstStyle>
            <a:lvl1pPr algn="ctr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en-US" noProof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7824" y="3749040"/>
            <a:ext cx="10460736" cy="2286000"/>
          </a:xfrm>
        </p:spPr>
        <p:txBody>
          <a:bodyPr rtlCol="0"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/>
              <a:t>Master-Untertitelformat bearbeiten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502723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 02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bgerundetes Rechteck 3">
            <a:extLst>
              <a:ext uri="{FF2B5EF4-FFF2-40B4-BE49-F238E27FC236}">
                <a16:creationId xmlns:a16="http://schemas.microsoft.com/office/drawing/2014/main" id="{B6718ABD-4EA5-E3C5-0225-F6671DCA53AD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721A955-CA2D-A65D-6E60-DAAAA4ACFA3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1050"/>
          <a:stretch/>
        </p:blipFill>
        <p:spPr>
          <a:xfrm>
            <a:off x="0" y="2887579"/>
            <a:ext cx="2432421" cy="3604662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AB70155A-604C-AD00-BE69-4505C75CE01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874" b="-1"/>
          <a:stretch/>
        </p:blipFill>
        <p:spPr>
          <a:xfrm rot="5400000">
            <a:off x="11281284" y="2493882"/>
            <a:ext cx="1032928" cy="887899"/>
          </a:xfrm>
          <a:prstGeom prst="rect">
            <a:avLst/>
          </a:prstGeom>
        </p:spPr>
      </p:pic>
      <p:pic>
        <p:nvPicPr>
          <p:cNvPr id="10" name="Grafik 9">
            <a:extLst>
              <a:ext uri="{FF2B5EF4-FFF2-40B4-BE49-F238E27FC236}">
                <a16:creationId xmlns:a16="http://schemas.microsoft.com/office/drawing/2014/main" id="{F74D1084-EF5E-D016-13E0-1840BDFFD0A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-880"/>
          <a:stretch/>
        </p:blipFill>
        <p:spPr>
          <a:xfrm>
            <a:off x="9897978" y="5987153"/>
            <a:ext cx="490012" cy="505088"/>
          </a:xfrm>
          <a:prstGeom prst="rect">
            <a:avLst/>
          </a:prstGeom>
        </p:spPr>
      </p:pic>
      <p:sp>
        <p:nvSpPr>
          <p:cNvPr id="2" name="Titel 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rtlCol="0" anchor="b"/>
          <a:lstStyle>
            <a:lvl1pPr>
              <a:defRPr>
                <a:latin typeface="+mj-lt"/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313432"/>
            <a:ext cx="6327648" cy="3218688"/>
          </a:xfrm>
        </p:spPr>
        <p:txBody>
          <a:bodyPr rtlCol="0" anchor="ctr" anchorCtr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"/>
              <a:t>06.08.20XX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032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umbruch 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 3">
            <a:extLst>
              <a:ext uri="{FF2B5EF4-FFF2-40B4-BE49-F238E27FC236}">
                <a16:creationId xmlns:a16="http://schemas.microsoft.com/office/drawing/2014/main" id="{5E1B9A11-4222-BB4A-66D3-D37C79AC5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1" r="21" b="21"/>
          <a:stretch/>
        </p:blipFill>
        <p:spPr>
          <a:xfrm>
            <a:off x="-2595" y="1459"/>
            <a:ext cx="12197191" cy="6855082"/>
          </a:xfrm>
          <a:prstGeom prst="rect">
            <a:avLst/>
          </a:prstGeom>
        </p:spPr>
      </p:pic>
      <p:sp>
        <p:nvSpPr>
          <p:cNvPr id="2" name="Titel 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4296" y="27432"/>
            <a:ext cx="7004304" cy="3566160"/>
          </a:xfrm>
        </p:spPr>
        <p:txBody>
          <a:bodyPr rtlCol="0" anchor="b">
            <a:noAutofit/>
          </a:bodyPr>
          <a:lstStyle>
            <a:lvl1pPr algn="ctr">
              <a:defRPr sz="60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en-US" noProof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4295" y="3767328"/>
            <a:ext cx="7004303" cy="1161288"/>
          </a:xfrm>
        </p:spPr>
        <p:txBody>
          <a:bodyPr rtlCol="0"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/>
              <a:t>Master-Untertitelformat bearbeiten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329623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 01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21594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 1">
            <a:extLst>
              <a:ext uri="{FF2B5EF4-FFF2-40B4-BE49-F238E27FC236}">
                <a16:creationId xmlns:a16="http://schemas.microsoft.com/office/drawing/2014/main" id="{772C86F9-080E-93F7-C7B1-F5BEAD84E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506456" cy="1655064"/>
          </a:xfrm>
        </p:spPr>
        <p:txBody>
          <a:bodyPr rtlCol="0" anchor="b"/>
          <a:lstStyle>
            <a:lvl1pPr>
              <a:defRPr>
                <a:latin typeface="+mj-lt"/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2432304"/>
            <a:ext cx="3108960" cy="3412370"/>
          </a:xfrm>
        </p:spPr>
        <p:txBody>
          <a:bodyPr rtlCol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36592" y="1920240"/>
            <a:ext cx="6620256" cy="3913632"/>
          </a:xfrm>
        </p:spPr>
        <p:txBody>
          <a:bodyPr rtlCol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"/>
              <a:t>06.08.20XX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‹Nr.›</a:t>
            </a:fld>
            <a:endParaRPr lang="en-US"/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7FF98F94-8801-13BE-8EB4-01921AC196C8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B7BF5718-9534-FD92-79D7-ECC66603E70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62387"/>
          <a:stretch/>
        </p:blipFill>
        <p:spPr>
          <a:xfrm rot="5400000">
            <a:off x="1778676" y="5204330"/>
            <a:ext cx="907513" cy="2465321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4FF40650-9AD0-96F8-F702-185D1729AF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3558" y="5429608"/>
            <a:ext cx="406214" cy="415066"/>
          </a:xfrm>
          <a:prstGeom prst="rect">
            <a:avLst/>
          </a:prstGeom>
        </p:spPr>
      </p:pic>
      <p:pic>
        <p:nvPicPr>
          <p:cNvPr id="10" name="Grafik 9">
            <a:extLst>
              <a:ext uri="{FF2B5EF4-FFF2-40B4-BE49-F238E27FC236}">
                <a16:creationId xmlns:a16="http://schemas.microsoft.com/office/drawing/2014/main" id="{83AC8518-2F0B-6FC0-0C0E-6CE9D00EAC7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-4860" b="-1"/>
          <a:stretch/>
        </p:blipFill>
        <p:spPr>
          <a:xfrm>
            <a:off x="10214191" y="365126"/>
            <a:ext cx="1032928" cy="110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360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 03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d 10">
            <a:extLst>
              <a:ext uri="{FF2B5EF4-FFF2-40B4-BE49-F238E27FC236}">
                <a16:creationId xmlns:a16="http://schemas.microsoft.com/office/drawing/2014/main" id="{E7B4AF60-AC65-3E7A-4A5D-EBF1A7030D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063" b="3063"/>
          <a:stretch/>
        </p:blipFill>
        <p:spPr>
          <a:xfrm>
            <a:off x="1" y="2917"/>
            <a:ext cx="12197189" cy="6855082"/>
          </a:xfrm>
          <a:prstGeom prst="rect">
            <a:avLst/>
          </a:prstGeom>
        </p:spPr>
      </p:pic>
      <p:sp>
        <p:nvSpPr>
          <p:cNvPr id="12" name="Abgerundetes Rechteck 4">
            <a:extLst>
              <a:ext uri="{FF2B5EF4-FFF2-40B4-BE49-F238E27FC236}">
                <a16:creationId xmlns:a16="http://schemas.microsoft.com/office/drawing/2014/main" id="{95671103-2960-81E2-9A76-0E7FDE6B3E55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el 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rtlCol="0" anchor="b"/>
          <a:lstStyle>
            <a:lvl1pPr>
              <a:defRPr>
                <a:latin typeface="+mj-lt"/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276856"/>
            <a:ext cx="6327648" cy="3090672"/>
          </a:xfrm>
        </p:spPr>
        <p:txBody>
          <a:bodyPr rtlCol="0" anchor="ctr" anchorCtr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"/>
              <a:t>06.08.20XX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264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Zwei Inhalte 02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6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bgerundetes Rechteck 4">
            <a:extLst>
              <a:ext uri="{FF2B5EF4-FFF2-40B4-BE49-F238E27FC236}">
                <a16:creationId xmlns:a16="http://schemas.microsoft.com/office/drawing/2014/main" id="{86060D16-E6F6-EA0E-E58E-526234AB6564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E0958AA-6F1A-C4A2-FB66-1A6F7F8834B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-6095" b="-1"/>
          <a:stretch/>
        </p:blipFill>
        <p:spPr>
          <a:xfrm>
            <a:off x="569419" y="4426479"/>
            <a:ext cx="1472805" cy="1596616"/>
          </a:xfrm>
          <a:prstGeom prst="rect">
            <a:avLst/>
          </a:prstGeom>
        </p:spPr>
      </p:pic>
      <p:pic>
        <p:nvPicPr>
          <p:cNvPr id="9" name="Grafik 8">
            <a:extLst>
              <a:ext uri="{FF2B5EF4-FFF2-40B4-BE49-F238E27FC236}">
                <a16:creationId xmlns:a16="http://schemas.microsoft.com/office/drawing/2014/main" id="{3DEADFA2-398E-9388-8295-063D31FB38E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-6095" b="-1"/>
          <a:stretch/>
        </p:blipFill>
        <p:spPr>
          <a:xfrm rot="3765410" flipV="1">
            <a:off x="1448505" y="4094575"/>
            <a:ext cx="862484" cy="934988"/>
          </a:xfrm>
          <a:prstGeom prst="rect">
            <a:avLst/>
          </a:prstGeom>
        </p:spPr>
      </p:pic>
      <p:pic>
        <p:nvPicPr>
          <p:cNvPr id="10" name="Bild 7">
            <a:extLst>
              <a:ext uri="{FF2B5EF4-FFF2-40B4-BE49-F238E27FC236}">
                <a16:creationId xmlns:a16="http://schemas.microsoft.com/office/drawing/2014/main" id="{D09A7588-8EFD-A0C5-4235-45B7D657ECF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5453"/>
          <a:stretch/>
        </p:blipFill>
        <p:spPr>
          <a:xfrm>
            <a:off x="9469547" y="5719093"/>
            <a:ext cx="1756858" cy="1138907"/>
          </a:xfrm>
          <a:prstGeom prst="rect">
            <a:avLst/>
          </a:prstGeom>
        </p:spPr>
      </p:pic>
      <p:pic>
        <p:nvPicPr>
          <p:cNvPr id="13" name="Grafik 12">
            <a:extLst>
              <a:ext uri="{FF2B5EF4-FFF2-40B4-BE49-F238E27FC236}">
                <a16:creationId xmlns:a16="http://schemas.microsoft.com/office/drawing/2014/main" id="{EF04D7D6-513C-D18A-AF21-D10F0E5D3B8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1" r="-750"/>
          <a:stretch/>
        </p:blipFill>
        <p:spPr>
          <a:xfrm>
            <a:off x="8844546" y="50582"/>
            <a:ext cx="1307037" cy="1325563"/>
          </a:xfrm>
          <a:prstGeom prst="rect">
            <a:avLst/>
          </a:prstGeom>
        </p:spPr>
      </p:pic>
      <p:sp>
        <p:nvSpPr>
          <p:cNvPr id="2" name="Titel 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rtlCol="0" anchor="b"/>
          <a:lstStyle>
            <a:lvl1pPr>
              <a:defRPr>
                <a:latin typeface="+mj-lt"/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441448"/>
            <a:ext cx="3602736" cy="3575304"/>
          </a:xfrm>
        </p:spPr>
        <p:txBody>
          <a:bodyPr rtlCol="0" anchor="t" anchorCtr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"/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D1DCC4A1-0DB3-3480-3A1A-78FC85FE7EC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671816" y="2441448"/>
            <a:ext cx="3602736" cy="3575304"/>
          </a:xfrm>
        </p:spPr>
        <p:txBody>
          <a:bodyPr rtlCol="0" anchor="t" anchorCtr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"/>
              <a:t>06.08.20XX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728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 0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bgerundetes Rechteck 6">
            <a:extLst>
              <a:ext uri="{FF2B5EF4-FFF2-40B4-BE49-F238E27FC236}">
                <a16:creationId xmlns:a16="http://schemas.microsoft.com/office/drawing/2014/main" id="{1B32A35F-9C9A-7C7D-DE93-B55FFF07D66E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198299DF-E702-8750-30F5-798D7C96A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rtlCol="0" anchor="b"/>
          <a:lstStyle>
            <a:lvl1pPr>
              <a:defRPr>
                <a:latin typeface="+mj-lt"/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de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30CE72F6-1D9D-E61E-F1EE-2861FDF76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0432" y="2459736"/>
            <a:ext cx="2843784" cy="3090672"/>
          </a:xfrm>
        </p:spPr>
        <p:txBody>
          <a:bodyPr rtlCol="0" anchor="t" anchorCtr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6EFAE94C-C299-8167-1BD9-4FC98C04C63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33672" y="2523744"/>
            <a:ext cx="6693408" cy="3273552"/>
          </a:xfrm>
        </p:spPr>
        <p:txBody>
          <a:bodyPr rtlCol="0" anchor="t" anchorCtr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"/>
              <a:t>06.08.20XX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947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 0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>
            <a:extLst>
              <a:ext uri="{FF2B5EF4-FFF2-40B4-BE49-F238E27FC236}">
                <a16:creationId xmlns:a16="http://schemas.microsoft.com/office/drawing/2014/main" id="{198299DF-E702-8750-30F5-798D7C96A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rtlCol="0" anchor="b"/>
          <a:lstStyle>
            <a:lvl1pPr>
              <a:defRPr>
                <a:latin typeface="+mj-lt"/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de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6EFAE94C-C299-8167-1BD9-4FC98C04C63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07008" y="2523744"/>
            <a:ext cx="9720072" cy="3255264"/>
          </a:xfrm>
        </p:spPr>
        <p:txBody>
          <a:bodyPr rtlCol="0" anchor="t" anchorCtr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"/>
              <a:t>06.08.20XX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‹Nr.›</a:t>
            </a:fld>
            <a:endParaRPr lang="en-US"/>
          </a:p>
        </p:txBody>
      </p:sp>
      <p:sp>
        <p:nvSpPr>
          <p:cNvPr id="4" name="Abgerundetes Rechteck 6">
            <a:extLst>
              <a:ext uri="{FF2B5EF4-FFF2-40B4-BE49-F238E27FC236}">
                <a16:creationId xmlns:a16="http://schemas.microsoft.com/office/drawing/2014/main" id="{1B32A35F-9C9A-7C7D-DE93-B55FFF07D66E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480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umbruch 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 5">
            <a:extLst>
              <a:ext uri="{FF2B5EF4-FFF2-40B4-BE49-F238E27FC236}">
                <a16:creationId xmlns:a16="http://schemas.microsoft.com/office/drawing/2014/main" id="{57A51A8B-A15C-2A94-1E48-F9615101DF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991" t="11245" r="3785" b="1531"/>
          <a:stretch/>
        </p:blipFill>
        <p:spPr>
          <a:xfrm>
            <a:off x="0" y="2917"/>
            <a:ext cx="12197192" cy="6855083"/>
          </a:xfrm>
          <a:prstGeom prst="rect">
            <a:avLst/>
          </a:prstGeom>
        </p:spPr>
      </p:pic>
      <p:sp>
        <p:nvSpPr>
          <p:cNvPr id="2" name="Titel 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1600200"/>
            <a:ext cx="10991088" cy="3657600"/>
          </a:xfrm>
        </p:spPr>
        <p:txBody>
          <a:bodyPr rtlCol="0" anchor="ctr">
            <a:noAutofit/>
          </a:bodyPr>
          <a:lstStyle>
            <a:lvl1pPr algn="ctr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099492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Zwei Inhalte 04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3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bgerundetes Rechteck 4">
            <a:extLst>
              <a:ext uri="{FF2B5EF4-FFF2-40B4-BE49-F238E27FC236}">
                <a16:creationId xmlns:a16="http://schemas.microsoft.com/office/drawing/2014/main" id="{5697808D-10E0-D8A5-5D07-E176EBB8F2BB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pic>
        <p:nvPicPr>
          <p:cNvPr id="12" name="Bild 7">
            <a:extLst>
              <a:ext uri="{FF2B5EF4-FFF2-40B4-BE49-F238E27FC236}">
                <a16:creationId xmlns:a16="http://schemas.microsoft.com/office/drawing/2014/main" id="{0234D012-F86E-04CE-78C8-2C5A6613028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-1004" r="-148"/>
          <a:stretch/>
        </p:blipFill>
        <p:spPr>
          <a:xfrm rot="5400000">
            <a:off x="6378170" y="40082"/>
            <a:ext cx="1579705" cy="1600089"/>
          </a:xfrm>
          <a:prstGeom prst="rect">
            <a:avLst/>
          </a:prstGeom>
        </p:spPr>
      </p:pic>
      <p:pic>
        <p:nvPicPr>
          <p:cNvPr id="15" name="Bild 7">
            <a:extLst>
              <a:ext uri="{FF2B5EF4-FFF2-40B4-BE49-F238E27FC236}">
                <a16:creationId xmlns:a16="http://schemas.microsoft.com/office/drawing/2014/main" id="{0BC42061-F838-920E-632E-10EDE7E5539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-6239" r="25335" b="-1"/>
          <a:stretch/>
        </p:blipFill>
        <p:spPr>
          <a:xfrm rot="16200000">
            <a:off x="6298833" y="-161472"/>
            <a:ext cx="752715" cy="1075657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58BEE67F-530E-E41D-FD19-2615180DC3F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5931"/>
          <a:stretch/>
        </p:blipFill>
        <p:spPr>
          <a:xfrm>
            <a:off x="10439102" y="4145165"/>
            <a:ext cx="1780703" cy="2164311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2CFCA46-5F5A-867F-B19C-4F9ED5BA15A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46794"/>
          <a:stretch/>
        </p:blipFill>
        <p:spPr>
          <a:xfrm rot="10800000">
            <a:off x="-27806" y="2452933"/>
            <a:ext cx="1370742" cy="2632414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11E8F80C-ACB2-552E-4433-1A8A2708F18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" b="-9728"/>
          <a:stretch/>
        </p:blipFill>
        <p:spPr>
          <a:xfrm rot="18286209">
            <a:off x="887827" y="4958926"/>
            <a:ext cx="910220" cy="1020507"/>
          </a:xfrm>
          <a:prstGeom prst="rect">
            <a:avLst/>
          </a:prstGeom>
        </p:spPr>
      </p:pic>
      <p:sp>
        <p:nvSpPr>
          <p:cNvPr id="2" name="Titel 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rtlCol="0" anchor="b"/>
          <a:lstStyle>
            <a:lvl1pPr>
              <a:defRPr>
                <a:latin typeface="+mj-lt"/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441448"/>
            <a:ext cx="3602736" cy="3575304"/>
          </a:xfrm>
        </p:spPr>
        <p:txBody>
          <a:bodyPr rtlCol="0" anchor="t" anchorCtr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"/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D1DCC4A1-0DB3-3480-3A1A-78FC85FE7EC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93608" y="2441447"/>
            <a:ext cx="3063240" cy="3575303"/>
          </a:xfrm>
        </p:spPr>
        <p:txBody>
          <a:bodyPr rtlCol="0" anchor="t" anchorCtr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"/>
              <a:t>06.08.20XX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850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bemerk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 4">
            <a:extLst>
              <a:ext uri="{FF2B5EF4-FFF2-40B4-BE49-F238E27FC236}">
                <a16:creationId xmlns:a16="http://schemas.microsoft.com/office/drawing/2014/main" id="{C4ACFCA6-7ECE-9BFB-9389-6DB74C8628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1" r="21"/>
          <a:stretch/>
        </p:blipFill>
        <p:spPr>
          <a:xfrm>
            <a:off x="-5192" y="-1"/>
            <a:ext cx="12197192" cy="6858001"/>
          </a:xfrm>
          <a:prstGeom prst="rect">
            <a:avLst/>
          </a:prstGeom>
        </p:spPr>
      </p:pic>
      <p:sp>
        <p:nvSpPr>
          <p:cNvPr id="2" name="Titel 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856" y="56450"/>
            <a:ext cx="9912096" cy="2743200"/>
          </a:xfrm>
        </p:spPr>
        <p:txBody>
          <a:bodyPr rtlCol="0" anchor="b">
            <a:noAutofit/>
          </a:bodyPr>
          <a:lstStyle>
            <a:lvl1pPr algn="l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en-US" noProof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5304" y="3110546"/>
            <a:ext cx="4114800" cy="2743200"/>
          </a:xfrm>
        </p:spPr>
        <p:txBody>
          <a:bodyPr rtlCol="0">
            <a:no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/>
              <a:t>Master-Untertitelformat bearbeiten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960835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CC4D7FA-B85E-4477-8C62-94955B34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de" noProof="0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F1226BB-3E56-4E7F-8172-7EC03C9F0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de" noProof="0"/>
              <a:t>Textmasterformat durch Klicken bearbeiten</a:t>
            </a:r>
          </a:p>
          <a:p>
            <a:pPr lvl="1" rtl="0"/>
            <a:r>
              <a:rPr lang="de" noProof="0"/>
              <a:t>Zweite Ebene</a:t>
            </a:r>
          </a:p>
          <a:p>
            <a:pPr lvl="2" rtl="0"/>
            <a:r>
              <a:rPr lang="de" noProof="0"/>
              <a:t>Dritte Ebene</a:t>
            </a:r>
          </a:p>
          <a:p>
            <a:pPr lvl="3" rtl="0"/>
            <a:r>
              <a:rPr lang="de" noProof="0"/>
              <a:t>Vierte Ebene</a:t>
            </a:r>
          </a:p>
          <a:p>
            <a:pPr lvl="4" rtl="0"/>
            <a:r>
              <a:rPr lang="de" noProof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5D08EF-72FB-4F19-9916-65815A9CA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3001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de" noProof="0"/>
              <a:t>06.08.20XX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365084D-BC85-4A55-BD80-93876AD10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63001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n-US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5FDEF23-A140-4DD6-A0D0-A86BD4DF3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75912" y="6563001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9EC71654-96A5-4280-94F3-931C61A9F92C}" type="slidenum">
              <a:rPr lang="en-US" noProof="0" smtClean="0"/>
              <a:t>‹Nr.›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34708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accent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b="0" i="0" kern="1200">
          <a:solidFill>
            <a:schemeClr val="accent2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25" userDrawn="1">
          <p15:clr>
            <a:srgbClr val="F26B43"/>
          </p15:clr>
        </p15:guide>
        <p15:guide id="4" pos="734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 1">
            <a:extLst>
              <a:ext uri="{FF2B5EF4-FFF2-40B4-BE49-F238E27FC236}">
                <a16:creationId xmlns:a16="http://schemas.microsoft.com/office/drawing/2014/main" id="{998EF7BD-FE81-4B20-8DC5-0B3EB736F9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824" y="1325880"/>
            <a:ext cx="10460736" cy="2286000"/>
          </a:xfrm>
        </p:spPr>
        <p:txBody>
          <a:bodyPr rtlCol="0" anchor="b">
            <a:normAutofit/>
          </a:bodyPr>
          <a:lstStyle/>
          <a:p>
            <a:r>
              <a:rPr lang="de-DE" sz="5100"/>
              <a:t>Vorhersage des Kampagnenerfolgs mit </a:t>
            </a:r>
            <a:r>
              <a:rPr lang="de-DE" sz="5100" err="1"/>
              <a:t>Machine</a:t>
            </a:r>
            <a:r>
              <a:rPr lang="de-DE" sz="5100"/>
              <a:t> Learning</a:t>
            </a:r>
            <a:endParaRPr lang="de" sz="510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AFF0EFE-C50F-44EB-8978-B97795477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7824" y="3749040"/>
            <a:ext cx="10460736" cy="2286000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endParaRPr lang="de" sz="2000"/>
          </a:p>
          <a:p>
            <a:r>
              <a:rPr lang="de" sz="2000"/>
              <a:t>Präsentiert von</a:t>
            </a:r>
          </a:p>
          <a:p>
            <a:br>
              <a:rPr lang="de" sz="2000"/>
            </a:br>
            <a:r>
              <a:rPr lang="de" sz="2000"/>
              <a:t> </a:t>
            </a:r>
            <a:r>
              <a:rPr lang="de-CH" sz="2000" err="1"/>
              <a:t>Hishor</a:t>
            </a:r>
            <a:r>
              <a:rPr lang="de-CH" sz="2000"/>
              <a:t> Ramanathan</a:t>
            </a:r>
            <a:r>
              <a:rPr lang="de" sz="2000"/>
              <a:t> </a:t>
            </a:r>
          </a:p>
          <a:p>
            <a:r>
              <a:rPr lang="de-CH" sz="2000"/>
              <a:t>Varsan </a:t>
            </a:r>
            <a:r>
              <a:rPr lang="de-CH" sz="2000" err="1"/>
              <a:t>Nanendram</a:t>
            </a:r>
            <a:r>
              <a:rPr lang="de-CH" sz="2000"/>
              <a:t> </a:t>
            </a:r>
          </a:p>
          <a:p>
            <a:r>
              <a:rPr lang="de-CH" sz="2000"/>
              <a:t>Sibirnan Gnaneswaran</a:t>
            </a:r>
          </a:p>
          <a:p>
            <a:r>
              <a:rPr lang="de-CH" sz="2000"/>
              <a:t>Gilles Ackermann</a:t>
            </a:r>
            <a:endParaRPr lang="de" sz="200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32442B3-6C9B-23A1-360B-73D5224866EA}"/>
              </a:ext>
            </a:extLst>
          </p:cNvPr>
          <p:cNvSpPr txBox="1"/>
          <p:nvPr/>
        </p:nvSpPr>
        <p:spPr>
          <a:xfrm>
            <a:off x="6454588" y="105693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2633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70628246-A8FF-A7A9-65FF-EC02126CA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>
            <a:normAutofit/>
          </a:bodyPr>
          <a:lstStyle/>
          <a:p>
            <a:r>
              <a:rPr lang="de-CH"/>
              <a:t>Ausgangslage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D7B9109-9E17-1A7A-3A9A-0F1C07BF3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fld id="{CBD12358-51D2-46B3-9BDE-DF29528B9454}" type="slidenum">
              <a:rPr lang="en-US" sz="900" smtClean="0"/>
              <a:pPr rtl="0"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en-US" sz="900"/>
          </a:p>
        </p:txBody>
      </p:sp>
      <p:graphicFrame>
        <p:nvGraphicFramePr>
          <p:cNvPr id="12" name="Inhaltsplatzhalter 2">
            <a:extLst>
              <a:ext uri="{FF2B5EF4-FFF2-40B4-BE49-F238E27FC236}">
                <a16:creationId xmlns:a16="http://schemas.microsoft.com/office/drawing/2014/main" id="{CF210608-F29B-7FB5-E067-EE8867C9FFDE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660235056"/>
              </p:ext>
            </p:extLst>
          </p:nvPr>
        </p:nvGraphicFramePr>
        <p:xfrm>
          <a:off x="1207008" y="2523744"/>
          <a:ext cx="9720072" cy="3255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F45F47BE-F78F-1ADD-3688-7619C8C91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>
            <a:normAutofit/>
          </a:bodyPr>
          <a:lstStyle/>
          <a:p>
            <a:r>
              <a:rPr lang="de-CH"/>
              <a:t>Das Problem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2DAE658B-FEC5-A428-935A-7FE8862A7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383" y="2276856"/>
            <a:ext cx="6175490" cy="3090672"/>
          </a:xfrm>
          <a:prstGeom prst="rect">
            <a:avLst/>
          </a:prstGeom>
          <a:noFill/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A1C58BD-9363-2FF1-B272-10F3F4F4D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 anchor="ctr">
            <a:norm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fld id="{CBD12358-51D2-46B3-9BDE-DF29528B9454}" type="slidenum">
              <a:rPr lang="en-US" sz="900" smtClean="0"/>
              <a:pPr rtl="0"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877454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E9F42-FD96-88D9-00E5-C053539EF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 1">
            <a:extLst>
              <a:ext uri="{FF2B5EF4-FFF2-40B4-BE49-F238E27FC236}">
                <a16:creationId xmlns:a16="http://schemas.microsoft.com/office/drawing/2014/main" id="{698177AA-E574-E873-B89D-1568D910F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rtlCol="0" anchor="b">
            <a:normAutofit/>
          </a:bodyPr>
          <a:lstStyle/>
          <a:p>
            <a:r>
              <a:rPr lang="de-CH"/>
              <a:t>Unsere Lösung &amp; Geschäftsnutzen</a:t>
            </a:r>
            <a:endParaRPr lang="de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50C7284-EC35-33BB-CA41-4A8C3E7BD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fld id="{CBD12358-51D2-46B3-9BDE-DF29528B9454}" type="slidenum">
              <a:rPr lang="en-US" sz="900" smtClean="0"/>
              <a:pPr rtl="0"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en-US" sz="900"/>
          </a:p>
        </p:txBody>
      </p:sp>
      <p:graphicFrame>
        <p:nvGraphicFramePr>
          <p:cNvPr id="12" name="Inhaltsplatzhalter 2">
            <a:extLst>
              <a:ext uri="{FF2B5EF4-FFF2-40B4-BE49-F238E27FC236}">
                <a16:creationId xmlns:a16="http://schemas.microsoft.com/office/drawing/2014/main" id="{6070BE9D-E1E5-F4DD-4138-42C181D9CE5B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1514976289"/>
              </p:ext>
            </p:extLst>
          </p:nvPr>
        </p:nvGraphicFramePr>
        <p:xfrm>
          <a:off x="1207008" y="2523744"/>
          <a:ext cx="9720072" cy="3255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42883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6D58F-8E3A-05C8-99E9-111EDE870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F6EEB0-DEDD-BA90-3872-DA27271C4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>
            <a:normAutofit/>
          </a:bodyPr>
          <a:lstStyle/>
          <a:p>
            <a:pPr algn="ctr"/>
            <a:r>
              <a:rPr lang="de-CH" dirty="0"/>
              <a:t>Wirtschaftlicher Mehrwert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0C22CE2-4C0E-ED9D-0D2B-C3948CDD9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 anchor="ctr">
            <a:norm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fld id="{CBD12358-51D2-46B3-9BDE-DF29528B9454}" type="slidenum">
              <a:rPr lang="en-US" sz="900" smtClean="0"/>
              <a:pPr rtl="0"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en-US" sz="90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D42B942-B565-4D81-D4EF-4183CCF48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599" y="4349117"/>
            <a:ext cx="4791076" cy="1655064"/>
          </a:xfrm>
        </p:spPr>
        <p:txBody>
          <a:bodyPr/>
          <a:lstStyle/>
          <a:p>
            <a:r>
              <a:rPr lang="de-CH" dirty="0"/>
              <a:t>Mit Modell: </a:t>
            </a:r>
          </a:p>
          <a:p>
            <a:r>
              <a:rPr lang="de-CH" dirty="0"/>
              <a:t>Erfolgsquote: </a:t>
            </a:r>
            <a:r>
              <a:rPr lang="de-CH"/>
              <a:t>49</a:t>
            </a:r>
            <a:r>
              <a:rPr lang="de-CH" dirty="0"/>
              <a:t>% (nach Intervention)</a:t>
            </a:r>
          </a:p>
          <a:p>
            <a:r>
              <a:rPr lang="de-CH" dirty="0"/>
              <a:t>Bonuseinnahmen: </a:t>
            </a:r>
            <a:r>
              <a:rPr lang="de-CH" b="1" dirty="0"/>
              <a:t>CHF </a:t>
            </a:r>
            <a:r>
              <a:rPr lang="de-CH" b="1"/>
              <a:t>49'000</a:t>
            </a:r>
            <a:endParaRPr lang="de-CH" dirty="0"/>
          </a:p>
          <a:p>
            <a:endParaRPr lang="de-CH" dirty="0"/>
          </a:p>
        </p:txBody>
      </p:sp>
      <p:sp>
        <p:nvSpPr>
          <p:cNvPr id="7" name="Inhaltsplatzhalter 5">
            <a:extLst>
              <a:ext uri="{FF2B5EF4-FFF2-40B4-BE49-F238E27FC236}">
                <a16:creationId xmlns:a16="http://schemas.microsoft.com/office/drawing/2014/main" id="{A168BDD6-6377-83DB-9743-F4A9AF933372}"/>
              </a:ext>
            </a:extLst>
          </p:cNvPr>
          <p:cNvSpPr txBox="1">
            <a:spLocks/>
          </p:cNvSpPr>
          <p:nvPr/>
        </p:nvSpPr>
        <p:spPr>
          <a:xfrm>
            <a:off x="2927603" y="4263392"/>
            <a:ext cx="3777996" cy="1826514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accent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CH" dirty="0"/>
              <a:t>Ohne Modell: </a:t>
            </a:r>
          </a:p>
          <a:p>
            <a:r>
              <a:rPr lang="de-CH" dirty="0"/>
              <a:t>Erfolgsquote: 31%</a:t>
            </a:r>
          </a:p>
          <a:p>
            <a:r>
              <a:rPr lang="de-CH" dirty="0"/>
              <a:t>Bonuseinnahmen: </a:t>
            </a:r>
            <a:r>
              <a:rPr lang="de-CH" b="1" dirty="0"/>
              <a:t>CHF 31'000</a:t>
            </a:r>
            <a:endParaRPr lang="de-CH" dirty="0"/>
          </a:p>
          <a:p>
            <a:endParaRPr lang="de-CH" dirty="0"/>
          </a:p>
        </p:txBody>
      </p:sp>
      <p:sp>
        <p:nvSpPr>
          <p:cNvPr id="10" name="Inhaltsplatzhalter 5">
            <a:extLst>
              <a:ext uri="{FF2B5EF4-FFF2-40B4-BE49-F238E27FC236}">
                <a16:creationId xmlns:a16="http://schemas.microsoft.com/office/drawing/2014/main" id="{0C39067C-E8D9-A370-AD3A-742769AA0BEF}"/>
              </a:ext>
            </a:extLst>
          </p:cNvPr>
          <p:cNvSpPr txBox="1">
            <a:spLocks/>
          </p:cNvSpPr>
          <p:nvPr/>
        </p:nvSpPr>
        <p:spPr>
          <a:xfrm>
            <a:off x="5127821" y="2105025"/>
            <a:ext cx="3777996" cy="321868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accent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CH" dirty="0"/>
          </a:p>
        </p:txBody>
      </p:sp>
      <p:sp>
        <p:nvSpPr>
          <p:cNvPr id="11" name="Inhaltsplatzhalter 5">
            <a:extLst>
              <a:ext uri="{FF2B5EF4-FFF2-40B4-BE49-F238E27FC236}">
                <a16:creationId xmlns:a16="http://schemas.microsoft.com/office/drawing/2014/main" id="{090ABC33-B7B6-6B4C-B8F8-E950464C385B}"/>
              </a:ext>
            </a:extLst>
          </p:cNvPr>
          <p:cNvSpPr txBox="1">
            <a:spLocks/>
          </p:cNvSpPr>
          <p:nvPr/>
        </p:nvSpPr>
        <p:spPr>
          <a:xfrm>
            <a:off x="4505381" y="2195132"/>
            <a:ext cx="3777996" cy="2467736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accent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CH" sz="3200" b="1" dirty="0"/>
              <a:t>CHF </a:t>
            </a:r>
            <a:r>
              <a:rPr lang="de-CH" sz="3200" b="1"/>
              <a:t>18'000</a:t>
            </a:r>
            <a:endParaRPr lang="de-CH" sz="3200" b="1" dirty="0"/>
          </a:p>
          <a:p>
            <a:pPr algn="ctr"/>
            <a:r>
              <a:rPr lang="de-CH" dirty="0"/>
              <a:t>Zusatz-Profit / 100 Kampagnen</a:t>
            </a:r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088726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 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  <a:noFill/>
        </p:spPr>
        <p:txBody>
          <a:bodyPr rtlCol="0">
            <a:noAutofit/>
          </a:bodyPr>
          <a:lstStyle/>
          <a:p>
            <a:r>
              <a:rPr lang="de-CH"/>
              <a:t>Formalisierung der Aufgabe</a:t>
            </a:r>
            <a:endParaRPr lang="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ACE640F-7F5A-BDB7-205D-765FA80B6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2288" y="2195080"/>
            <a:ext cx="9694649" cy="3090672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CH" i="1"/>
              <a:t>Aufgabenart:</a:t>
            </a:r>
            <a:r>
              <a:rPr lang="de-CH"/>
              <a:t> </a:t>
            </a:r>
          </a:p>
          <a:p>
            <a:pPr lvl="1" indent="0">
              <a:buNone/>
            </a:pPr>
            <a:r>
              <a:rPr lang="de-CH"/>
              <a:t>Binäre Klassifikation (Regression erwies sich als ungeeignet)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CH" i="1"/>
              <a:t>Instanzen:</a:t>
            </a:r>
            <a:r>
              <a:rPr lang="de-CH"/>
              <a:t> </a:t>
            </a:r>
          </a:p>
          <a:p>
            <a:pPr marL="1028700" lvl="1" indent="-342900"/>
            <a:r>
              <a:rPr lang="de-CH"/>
              <a:t>Einzelne Marketingkampagnen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CH" i="1"/>
              <a:t>Zielvariable (</a:t>
            </a:r>
            <a:r>
              <a:rPr lang="de-CH" i="1" err="1"/>
              <a:t>success</a:t>
            </a:r>
            <a:r>
              <a:rPr lang="de-CH" i="1"/>
              <a:t>): </a:t>
            </a:r>
          </a:p>
          <a:p>
            <a:pPr marL="1028700" lvl="1" indent="-342900"/>
            <a:r>
              <a:rPr lang="de-CH"/>
              <a:t>Erreicht die Kampagne am Ende 90% der angestrebten </a:t>
            </a:r>
            <a:r>
              <a:rPr lang="de-CH" err="1"/>
              <a:t>Impressions</a:t>
            </a:r>
            <a:r>
              <a:rPr lang="de-CH"/>
              <a:t>? (1 = </a:t>
            </a:r>
            <a:r>
              <a:rPr lang="de-CH" err="1"/>
              <a:t>yes</a:t>
            </a:r>
            <a:r>
              <a:rPr lang="de-CH"/>
              <a:t>, 0 = </a:t>
            </a:r>
            <a:r>
              <a:rPr lang="de-CH" err="1"/>
              <a:t>no</a:t>
            </a:r>
            <a:r>
              <a:rPr lang="de-CH"/>
              <a:t>)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093736AF-0027-E734-82A8-010D7129D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 rtlCol="0"/>
          <a:lstStyle/>
          <a:p>
            <a:pPr rtl="0"/>
            <a:fld id="{CBD12358-51D2-46B3-9BDE-DF29528B9454}" type="slidenum">
              <a:rPr lang="en-US" smtClean="0"/>
              <a:pPr rtl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 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CH" dirty="0"/>
              <a:t>Datenaufbereitung</a:t>
            </a:r>
            <a:endParaRPr lang="de" dirty="0"/>
          </a:p>
        </p:txBody>
      </p:sp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6AA085F1-FB73-7F6D-12F0-F62414031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 anchor="ctr">
            <a:norm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fld id="{CBD12358-51D2-46B3-9BDE-DF29528B9454}" type="slidenum">
              <a:rPr lang="en-US" sz="900" smtClean="0"/>
              <a:pPr rtl="0"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en-US" sz="900"/>
          </a:p>
        </p:txBody>
      </p:sp>
      <p:graphicFrame>
        <p:nvGraphicFramePr>
          <p:cNvPr id="13" name="Inhaltsplatzhalter 2">
            <a:extLst>
              <a:ext uri="{FF2B5EF4-FFF2-40B4-BE49-F238E27FC236}">
                <a16:creationId xmlns:a16="http://schemas.microsoft.com/office/drawing/2014/main" id="{9016D8F9-09CB-C90D-ADFB-23B1A85D15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9805236"/>
              </p:ext>
            </p:extLst>
          </p:nvPr>
        </p:nvGraphicFramePr>
        <p:xfrm>
          <a:off x="1207008" y="2523744"/>
          <a:ext cx="9720072" cy="3255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71737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220CF-93F6-2251-31E6-A4AF197B4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 1">
            <a:extLst>
              <a:ext uri="{FF2B5EF4-FFF2-40B4-BE49-F238E27FC236}">
                <a16:creationId xmlns:a16="http://schemas.microsoft.com/office/drawing/2014/main" id="{6B8DDB29-331C-88A6-A017-15A324CCB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de-CH" dirty="0"/>
              <a:t>Feature Engineering &amp; Auswahl</a:t>
            </a:r>
            <a:endParaRPr lang="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A6AFA77-1EF7-0B0D-6F46-E651858888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2792" y="3150631"/>
            <a:ext cx="5967663" cy="3412370"/>
          </a:xfrm>
        </p:spPr>
        <p:txBody>
          <a:bodyPr>
            <a:normAutofit/>
          </a:bodyPr>
          <a:lstStyle/>
          <a:p>
            <a:r>
              <a:rPr lang="de-CH" dirty="0"/>
              <a:t>Bewusst </a:t>
            </a:r>
            <a:r>
              <a:rPr lang="de-CH" dirty="0" err="1"/>
              <a:t>Featureraum</a:t>
            </a:r>
            <a:r>
              <a:rPr lang="de-CH" dirty="0"/>
              <a:t> reduziert: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CH" dirty="0"/>
              <a:t>um </a:t>
            </a:r>
            <a:r>
              <a:rPr lang="de-CH" dirty="0" err="1"/>
              <a:t>Overfitting</a:t>
            </a:r>
            <a:r>
              <a:rPr lang="de-CH" dirty="0"/>
              <a:t> zu vermeiden</a:t>
            </a:r>
          </a:p>
          <a:p>
            <a:r>
              <a:rPr lang="de-CH" dirty="0"/>
              <a:t>Bewusster Ausschluss: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CH" dirty="0"/>
              <a:t>Variablen wie </a:t>
            </a:r>
            <a:r>
              <a:rPr lang="de-CH" i="1" dirty="0" err="1"/>
              <a:t>campaign_id</a:t>
            </a:r>
            <a:r>
              <a:rPr lang="de-CH" dirty="0"/>
              <a:t> oder zeitliche Metriken (</a:t>
            </a:r>
            <a:r>
              <a:rPr lang="de-CH" i="1" dirty="0" err="1"/>
              <a:t>start_month</a:t>
            </a:r>
            <a:r>
              <a:rPr lang="de-CH" dirty="0"/>
              <a:t>) wurden entfernt</a:t>
            </a:r>
            <a:br>
              <a:rPr lang="de-CH" dirty="0"/>
            </a:br>
            <a:endParaRPr lang="de-CH" dirty="0"/>
          </a:p>
          <a:p>
            <a:endParaRPr lang="de-CH" dirty="0"/>
          </a:p>
          <a:p>
            <a:endParaRPr lang="de-CH" dirty="0"/>
          </a:p>
          <a:p>
            <a:endParaRPr lang="de-CH" dirty="0"/>
          </a:p>
          <a:p>
            <a:endParaRPr lang="de-CH" dirty="0"/>
          </a:p>
          <a:p>
            <a:endParaRPr lang="de-CH" dirty="0"/>
          </a:p>
        </p:txBody>
      </p:sp>
      <p:graphicFrame>
        <p:nvGraphicFramePr>
          <p:cNvPr id="5" name="Inhaltsplatzhalter 4">
            <a:extLst>
              <a:ext uri="{FF2B5EF4-FFF2-40B4-BE49-F238E27FC236}">
                <a16:creationId xmlns:a16="http://schemas.microsoft.com/office/drawing/2014/main" id="{BD53F97C-4E39-EB50-8342-27F4007849C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9982586"/>
              </p:ext>
            </p:extLst>
          </p:nvPr>
        </p:nvGraphicFramePr>
        <p:xfrm>
          <a:off x="6096000" y="3162023"/>
          <a:ext cx="5636134" cy="175260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484553">
                  <a:extLst>
                    <a:ext uri="{9D8B030D-6E8A-4147-A177-3AD203B41FA5}">
                      <a16:colId xmlns:a16="http://schemas.microsoft.com/office/drawing/2014/main" val="3456092928"/>
                    </a:ext>
                  </a:extLst>
                </a:gridCol>
                <a:gridCol w="4151581">
                  <a:extLst>
                    <a:ext uri="{9D8B030D-6E8A-4147-A177-3AD203B41FA5}">
                      <a16:colId xmlns:a16="http://schemas.microsoft.com/office/drawing/2014/main" val="19618267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CH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Kategorie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Variablen</a:t>
                      </a:r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015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dirty="0"/>
                        <a:t>Numerisch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de-CH" sz="1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target, budget, days, impression_1, 2, 3</a:t>
                      </a:r>
                      <a:endParaRPr lang="de-CH" b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2533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dirty="0"/>
                        <a:t>Kategorisch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/>
                        <a:t>region, category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7093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dirty="0"/>
                        <a:t>Binär (Kanäle)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facebook, google_display, search, instagram</a:t>
                      </a:r>
                      <a:endParaRPr lang="de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152285"/>
                  </a:ext>
                </a:extLst>
              </a:tr>
            </a:tbl>
          </a:graphicData>
        </a:graphic>
      </p:graphicFrame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C5FEF6B0-C99A-DCA0-E067-3672047DF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>
              <a:spcAft>
                <a:spcPts val="600"/>
              </a:spcAft>
            </a:pPr>
            <a:fld id="{CBD12358-51D2-46B3-9BDE-DF29528B9454}" type="slidenum">
              <a:rPr lang="en-US" smtClean="0"/>
              <a:pPr rtl="0"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025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D654DC-C2EF-101A-9398-DB9F1CB78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>
            <a:normAutofit/>
          </a:bodyPr>
          <a:lstStyle/>
          <a:p>
            <a:r>
              <a:rPr lang="de-CH"/>
              <a:t>Modellierung &amp; Evaluationsstrategie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52C6B35-D5E6-45F9-338A-6F9AB698C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 anchor="ctr">
            <a:norm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fld id="{CBD12358-51D2-46B3-9BDE-DF29528B9454}" type="slidenum">
              <a:rPr lang="en-US" sz="900" smtClean="0"/>
              <a:pPr rtl="0">
                <a:lnSpc>
                  <a:spcPct val="90000"/>
                </a:lnSpc>
                <a:spcAft>
                  <a:spcPts val="600"/>
                </a:spcAft>
              </a:pPr>
              <a:t>9</a:t>
            </a:fld>
            <a:endParaRPr lang="en-US" sz="900"/>
          </a:p>
        </p:txBody>
      </p:sp>
      <p:graphicFrame>
        <p:nvGraphicFramePr>
          <p:cNvPr id="13" name="Inhaltsplatzhalter 2">
            <a:extLst>
              <a:ext uri="{FF2B5EF4-FFF2-40B4-BE49-F238E27FC236}">
                <a16:creationId xmlns:a16="http://schemas.microsoft.com/office/drawing/2014/main" id="{FC380DDD-D772-DFA7-9BFE-3DB2116134FD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2313034777"/>
              </p:ext>
            </p:extLst>
          </p:nvPr>
        </p:nvGraphicFramePr>
        <p:xfrm>
          <a:off x="1207008" y="2523744"/>
          <a:ext cx="9720072" cy="3255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43393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E42FB3-687E-CBC5-1AFA-E1BE511B7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CH"/>
              <a:t>Ergebnisse &amp; Wichtigste Muster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AF70E9D-46AB-28A2-4F42-7C8A1ED63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6540" y="2020824"/>
            <a:ext cx="7494478" cy="3090672"/>
          </a:xfrm>
        </p:spPr>
        <p:txBody>
          <a:bodyPr>
            <a:normAutofit fontScale="92500" lnSpcReduction="10000"/>
          </a:bodyPr>
          <a:lstStyle/>
          <a:p>
            <a:r>
              <a:rPr lang="de-CH"/>
              <a:t>Bestes Modell: </a:t>
            </a:r>
          </a:p>
          <a:p>
            <a:pPr marL="1028700" lvl="1" indent="-342900"/>
            <a:r>
              <a:rPr lang="de-CH"/>
              <a:t>Gradient Boosting (Beste Performance: AUC = 0.857, MCC = 0.547, CA = 0.774).</a:t>
            </a:r>
          </a:p>
          <a:p>
            <a:r>
              <a:rPr lang="de-CH"/>
              <a:t>Warum Gradient Boosting? </a:t>
            </a:r>
          </a:p>
          <a:p>
            <a:pPr marL="1028700" lvl="1" indent="-342900"/>
            <a:r>
              <a:rPr lang="de-CH"/>
              <a:t>Bessere Trennfähigkeit und weniger False Positives (verhindert, dass gefährdete Kampagnen übersehen werden).</a:t>
            </a:r>
          </a:p>
          <a:p>
            <a:r>
              <a:rPr lang="de-CH"/>
              <a:t>Zweitbestes Modell: </a:t>
            </a:r>
          </a:p>
          <a:p>
            <a:pPr marL="1028700" lvl="1" indent="-342900"/>
            <a:r>
              <a:rPr lang="de-CH"/>
              <a:t>Random Forest (knapp dahinter, mehr False Positives).</a:t>
            </a:r>
          </a:p>
          <a:p>
            <a:r>
              <a:rPr lang="de-CH"/>
              <a:t>Wichtigste Erfolgstreiber (Rank): </a:t>
            </a:r>
          </a:p>
          <a:p>
            <a:pPr marL="1028700" lvl="1" indent="-342900"/>
            <a:r>
              <a:rPr lang="de-CH"/>
              <a:t>Frühe Impression-Werte (impression_1 bis 3), budget und target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84E11D3-7010-2DF9-EBB3-C29861670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BD12358-51D2-46B3-9BDE-DF29528B945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040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1D9F9-614E-5B1C-68D0-5F05FAA42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AE4AA0-4DAB-F0AC-2E47-6FC980B92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>
            <a:normAutofit/>
          </a:bodyPr>
          <a:lstStyle/>
          <a:p>
            <a:r>
              <a:rPr lang="de-CH"/>
              <a:t>Fazit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44A1E26-A03E-7BCB-EB98-B6F4FBD12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 anchor="ctr">
            <a:norm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fld id="{CBD12358-51D2-46B3-9BDE-DF29528B9454}" type="slidenum">
              <a:rPr lang="en-US" sz="900" smtClean="0"/>
              <a:pPr rtl="0">
                <a:lnSpc>
                  <a:spcPct val="90000"/>
                </a:lnSpc>
                <a:spcAft>
                  <a:spcPts val="600"/>
                </a:spcAft>
              </a:pPr>
              <a:t>11</a:t>
            </a:fld>
            <a:endParaRPr lang="en-US" sz="900"/>
          </a:p>
        </p:txBody>
      </p:sp>
      <p:graphicFrame>
        <p:nvGraphicFramePr>
          <p:cNvPr id="8" name="Inhaltsplatzhalter 2">
            <a:extLst>
              <a:ext uri="{FF2B5EF4-FFF2-40B4-BE49-F238E27FC236}">
                <a16:creationId xmlns:a16="http://schemas.microsoft.com/office/drawing/2014/main" id="{588F3263-B915-E05E-3B76-FCEFB709113C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361723063"/>
              </p:ext>
            </p:extLst>
          </p:nvPr>
        </p:nvGraphicFramePr>
        <p:xfrm>
          <a:off x="1207008" y="2523744"/>
          <a:ext cx="9720072" cy="3255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88904292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">
  <a:themeElements>
    <a:clrScheme name="Blue spheres">
      <a:dk1>
        <a:srgbClr val="000000"/>
      </a:dk1>
      <a:lt1>
        <a:srgbClr val="FFFFFF"/>
      </a:lt1>
      <a:dk2>
        <a:srgbClr val="E3E7ED"/>
      </a:dk2>
      <a:lt2>
        <a:srgbClr val="E8E8E8"/>
      </a:lt2>
      <a:accent1>
        <a:srgbClr val="7673F7"/>
      </a:accent1>
      <a:accent2>
        <a:srgbClr val="B8C2FD"/>
      </a:accent2>
      <a:accent3>
        <a:srgbClr val="DFE3FC"/>
      </a:accent3>
      <a:accent4>
        <a:srgbClr val="55B3FD"/>
      </a:accent4>
      <a:accent5>
        <a:srgbClr val="99F7F7"/>
      </a:accent5>
      <a:accent6>
        <a:srgbClr val="FEE43F"/>
      </a:accent6>
      <a:hlink>
        <a:srgbClr val="467886"/>
      </a:hlink>
      <a:folHlink>
        <a:srgbClr val="96607D"/>
      </a:folHlink>
    </a:clrScheme>
    <a:fontScheme name="Custom 23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4076243_win32_CP_V3" id="{81AB0711-29F9-49D0-8A73-16AF25FD4C08}" vid="{D5AD44AB-53B9-4654-A4F8-1821A28F277A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2bb3fcb-53f4-4bcf-ae18-996b98077c5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4BA7D3A3564140BEC44B23EC7CC2EE" ma:contentTypeVersion="5" ma:contentTypeDescription="Create a new document." ma:contentTypeScope="" ma:versionID="45dd99ff473e09e420f95660e8c752ee">
  <xsd:schema xmlns:xsd="http://www.w3.org/2001/XMLSchema" xmlns:xs="http://www.w3.org/2001/XMLSchema" xmlns:p="http://schemas.microsoft.com/office/2006/metadata/properties" xmlns:ns3="f2bb3fcb-53f4-4bcf-ae18-996b98077c5e" targetNamespace="http://schemas.microsoft.com/office/2006/metadata/properties" ma:root="true" ma:fieldsID="7b45789e7196a20dcaea13bbf086b8f4" ns3:_="">
    <xsd:import namespace="f2bb3fcb-53f4-4bcf-ae18-996b98077c5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bb3fcb-53f4-4bcf-ae18-996b98077c5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EA9B47F-3DD8-4645-81DC-B88780643C07}">
  <ds:schemaRefs>
    <ds:schemaRef ds:uri="f2bb3fcb-53f4-4bcf-ae18-996b98077c5e"/>
    <ds:schemaRef ds:uri="http://www.w3.org/XML/1998/namespace"/>
    <ds:schemaRef ds:uri="http://schemas.microsoft.com/office/infopath/2007/PartnerControls"/>
    <ds:schemaRef ds:uri="http://purl.org/dc/elements/1.1/"/>
    <ds:schemaRef ds:uri="http://purl.org/dc/terms/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B0C07E3D-60A7-4F4E-8208-D9CCD01982C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477857C-E821-488A-B242-286B1CBC1892}">
  <ds:schemaRefs>
    <ds:schemaRef ds:uri="f2bb3fcb-53f4-4bcf-ae18-996b98077c5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Präsentation „Blaue Kreise“</Template>
  <TotalTime>0</TotalTime>
  <Words>427</Words>
  <Application>Microsoft Office PowerPoint</Application>
  <PresentationFormat>Breitbild</PresentationFormat>
  <Paragraphs>94</Paragraphs>
  <Slides>11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Benutzerdefinierte</vt:lpstr>
      <vt:lpstr>Vorhersage des Kampagnenerfolgs mit Machine Learning</vt:lpstr>
      <vt:lpstr>Ausgangslage</vt:lpstr>
      <vt:lpstr>Das Problem</vt:lpstr>
      <vt:lpstr>Unsere Lösung &amp; Geschäftsnutzen</vt:lpstr>
      <vt:lpstr>Wirtschaftlicher Mehrwert</vt:lpstr>
      <vt:lpstr>Formalisierung der Aufgabe</vt:lpstr>
      <vt:lpstr>Datenaufbereitung</vt:lpstr>
      <vt:lpstr>Feature Engineering &amp; Auswahl</vt:lpstr>
      <vt:lpstr>Modellierung &amp; Evaluationsstrategie</vt:lpstr>
      <vt:lpstr>Ergebnisse &amp; Wichtigste Muster</vt:lpstr>
      <vt:lpstr>Fazit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Gilles Ackermann (s)</dc:creator>
  <cp:lastModifiedBy>Sibirnan Gnaneswaran (s)</cp:lastModifiedBy>
  <cp:revision>1</cp:revision>
  <dcterms:created xsi:type="dcterms:W3CDTF">2026-05-10T08:40:52Z</dcterms:created>
  <dcterms:modified xsi:type="dcterms:W3CDTF">2026-05-10T21:51:24Z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0x010100A14BA7D3A3564140BEC44B23EC7CC2EE</vt:lpwstr>
  </property>
  <property fmtid="{D5CDD505-2E9C-101B-9397-08002B2CF9AE}" pid="3" name="MediaServiceImageTags">
    <vt:lpwstr/>
  </property>
</Properties>
</file>